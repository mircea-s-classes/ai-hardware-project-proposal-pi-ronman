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2" r:id="rId24"/>
    <p:sldId id="281" r:id="rId25"/>
    <p:sldId id="280" r:id="rId26"/>
    <p:sldId id="283" r:id="rId27"/>
    <p:sldId id="279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89A8D-8056-4490-87F2-2D66A27F28D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C8648-AB65-485A-887F-27D5B9F80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97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https://www.pennington.com/-/media/Project/OneWeb/Pennington/Images/headers/secondary-category/About_WildBird-mobile.jpg?h=330&amp;iar=0&amp;w=480&amp;hash=85A6611B4C76F416ED8CF1BE1FC2BA0E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6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https://michaelqpowell.com/wp-content/uploads/2013/01/eagle2_blog.jpg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00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https://underclearskies.com/wp-content/uploads/2011/05/mystery.jpg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9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https://media.baamboozle.com/uploads/images/741515/1667127604_65545.jpeg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71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https://lonelybirder.org/wp-content/uploads/2019/09/red-whiskered-bulbul_01_obscured.jpg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90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data:image</a:t>
            </a:r>
            <a:r>
              <a:rPr lang="en-US" dirty="0"/>
              <a:t>/jpeg;base64,/9j/4AAQSkZJRgABAQAAAQABAAD/2wCEAAkGBxMSEhUTEhIWFhUXFxgXFxgXFxcYFxgXFxgWFhgXFRUYHSggGBolGxUVITEhJSkrLi4uFx8zODMtNygtLisBCgoKDg0OGxAQGy0lHyUrLy0vLy8tLy0tLS0tLS81LS8tLS0tLS0tLS0tLS0tLS0tLS0tLS0tLS0tLS0tLS0tLf/</a:t>
            </a:r>
            <a:r>
              <a:rPr lang="en-US" dirty="0" err="1"/>
              <a:t>AABEIALkBEQMBIgACEQEDEQH</a:t>
            </a:r>
            <a:r>
              <a:rPr lang="en-US" dirty="0"/>
              <a:t>/</a:t>
            </a:r>
            <a:r>
              <a:rPr lang="en-US" dirty="0" err="1"/>
              <a:t>xAAbAAABBQEBAAAAAAAAAAAAAAAFAAEDBAYCB</a:t>
            </a:r>
            <a:r>
              <a:rPr lang="en-US" dirty="0"/>
              <a:t>//EAD8QAAEDAgUCBAMECAUEAwAAAAEAAhEDIQQFEjFBIlETYXGBMpGhBkLB8BQVIzNSc7HRNHKy4fFiY4LCB0NT/8QAGgEAAgMBAQAAAAAAAAAAAAAAAwQAAgUBBv/EAC8RAAICAQQBAwIFBAMBAAAAAAABAhEDBBIhMUETIlEFYRRxgdHwIzKhwZGx4VL/2gAMAwEAAhEDEQA/AKadJJbxliTpJKEEnSSUIR1nECQuqT5ErohQUekwueTvgsJJJLpwSSdJQgySdJQgySdJQgySdJQgySSShBJk6ShBkkklDokkklCHdQjTbdV3YrUCOQrVEi8oBjK5bUtysbV7Y5V8mhgbcC9hwAZPdX6mNJFiqOFeDY8p8yoFkOG353CWzKufIWD8F7CVZkzG/wBEHxtJznGFJhmuLrbK6BCb0OBSTbBajLtpIEUMI9rgeEXTpQtKGNQ6EpTchkkkkQGOkknXSCSSTqEEnTJ1CCVfFWgqcoTmNd0RB9UPJKkXgrYWa6VHXxLW7lRYeqAwFC3UnVK0u+EbKs8jSVds7GHLsOsdIldJmiydGBiSSSUIJJJJQgkkklCCSSSUIQ1a4aQDypmwVVx7JAsoGVXaT6LOnqZxnKKG1iTimEoTPPZD8vxsgtcr4iLLuHUSzTS6JPGoRbGSSSWgKnTFns2YWvk91rsGRBtdZ7PaZcZ7LI1klOe1LkfwR2xtkWFqzvY8Ihiqn7KD81BgQ1xGqyWLriS0bLMlKTdDm1LoH4PEVAZai9GqSLoPWeG/Cbqehjui+61tLkjFXYjmi5cBRjpSfiy0hsS0j1uD/ZUssxo1QVZzSqWsJaL7idrbq2bN6mJyj2uSuPHsnT8lzw/IfNOs7+nN/JSSH4zL/</a:t>
            </a:r>
            <a:r>
              <a:rPr lang="en-US" dirty="0" err="1"/>
              <a:t>wDS</a:t>
            </a:r>
            <a:r>
              <a:rPr lang="en-US" dirty="0"/>
              <a:t>/</a:t>
            </a:r>
            <a:r>
              <a:rPr lang="en-US" dirty="0" err="1"/>
              <a:t>wAh</a:t>
            </a:r>
            <a:r>
              <a:rPr lang="en-US" dirty="0"/>
              <a:t>/Rh8BxJJJehMwdJJJQg6SSShBKOvEXC61jaV06CJEuF5i8Bu5McWQ55Ix4b7LRi30ZytjYJY2wUWDLtQl3K6z2NUaS0+Yg3gix8lzleGLiPJZSnLJPj5HtqjHk07Nl0o6LIELtbKM9jpJk6hBJJJKEEknSUIMknTKEOat2whlEkktKKqqWxUQJ4YuW4NjytKiJuXAeqt02QFK1spEDhWSxwdLsr7pKzmFIygTsu6MTdXy8Btktl10YPauw+PTOStg0OIskykHHqXfhElPRABuu5ZRdpd0cgmmr6sq4zBN4KB1KDgSfkr2PxehxnZBa+bEg29SsRQfk0HJUS1WjTdVjWtZT4CuKpDI/PdEhlbWmCLFFhJLso1fRTydpD9RE+S0GY4tvhREWNuQV3SospsBaJKC59nJLgHU7tkeoNkPPm3RShf3ORi4vkH6Kfb+qSrfpX/AEO+iSSuRezXp0yde0MYSdMncYBPABJjyE2+SrKSirZ1Rb6JKDJP1jv5BRn88fRTPxjadHU4McJlw5AdA3F3C/BtHKqYN7XDTqbIaCTedQF2ge4lJR1SedxfS4/UO8X9NMD1HkYhsnpJAPkJWgwtNv7ao6NDW6dGqznwdgDc6ovNpJU2V06eiqwkeI7qmBLWWJv5lo37EhZLP3tpVP2DwGzfS8udqG5Pa5MQBMniFj6zJLJneNPr/v8AnA7hiowUiznDKrv21ZompJF99jIG4be3uoMsraGEkwVWoZ+7W34dUQ57i8uPGoHV0mLQIVl2Gp1Ww2JAuWlwnzMkifRN6N5FxXQPPtZ1lOb6nEOPKPtMrN5VlDBc7grRMjYLUwb69wnk23wdpJk8pgEOkoMVX0iU1LFtIF90OWSMXTZdQk+iykncAN0y7GcZdHJQcexJJJK5UZRPHUCrVGlKWYYXQA47IGXNCPDfIbHjk+UitmGNa3pHK4wgtvMqtjqAPUVNgagIslNPTzO+Q2XiHBZrgxZS1a50W3Tve0Mug9TGwSALJXVYryNpDOGaUFbLIx5AK7y/EBxuUDOJl19l3iqhZBaqYpctorILZxhARI5Qinl+kdSKYTEmqzzCr4mqeUPLnbfCLxhSOMpwgBLgFZdi4J1+y4wri0TwquNb4lx3Q69SVFr2o7GL1uAkgbTf5KjnlCq5gcG6mM1BpG8TyFFRwNUvbfSyZJ7eau5tXFE9FQvaWwQRuTxKI8aivcim6+mZ7xXeXzST6v8Atn5pIfowO2zfPN1JSp8nZNS0hrA8gFxcSYvIAIB8v9+yVd8ny8tvXzW1g1Kze2PjsSniUOWcP6jGwXL6zarfDDGyHgO6oBYCHdXq0P27IvgMK1tOo+q3bSGnVBBJE/Q7oDisuqeM8EQ1g1PPk7S6HEWtH1CQ1bWSax4pdcP72v8AVBsdqNyX5CzHrpuNht2gdQEW2jZR0sHVgeG4u/7jgBSidg4iXAnlTurB9LSxocx1i24PTcapEBodFhcwu6VeqWhj3EAM0DQYsSSQTvEdvkr5PVnk/pR4pK+f9HFthH3990Wsyr+GSTpfrBDw3S4tPw8thwEWaRwOFlqmBbVe9zREkmIj6CwRrw202ECY7EzHogIzNof07yi49Jjwf3dsrLNLJ0ZvMaOioQjv2RqEyIt3QrPJNQlT5HmJpAiN0OEljyN+C805RDec4sUR07qLIc01uOoqlmtbxW+aJ/8Ax5kni4oS0PaxutwdOn4mjqjexcQOdPaUrk+pemnlfS8Fo4FL2oJ1ce1ombKli81baCtJ9si41aoEPaWNZpIEAAzLI+EiSV5fTedQkrmm+sS1MbSro7k0ixvk0uOxJezU1LJg2dMyUnkBrRMBT5dVpA9N3FamxSmnIX3OMeA0U6YJ08oqKpCzbfYl1TZK5UlJ8XVZyqLZ2Kt0RYiqW25XbsZrYGm8Kq+vMyE1aoGQ5Yc8m6TmacFSobM4PS35JYHDaBfdKniAXy0SpcbiSY4vCLo96bnJcA8yTSimRubqfPAH1UVfByVapARZTtFlqOK22xS25UjOuys6vJT16Y2PCv4moRsuGUNQul44YS/</a:t>
            </a:r>
            <a:r>
              <a:rPr lang="en-US" dirty="0" err="1"/>
              <a:t>tVBXNx</a:t>
            </a:r>
            <a:r>
              <a:rPr lang="en-US" dirty="0"/>
              <a:t>/uIMupxJbsuM2pOAB7q9QwZa0kdyuszdNMDlJTwbsjGIyqIPp1dLRJT0odsoKWXud8Rt2RKhQDRZFx6OTkm+AU8ySpA/NKDyIYDxPZAnUvEBpkkOmRIOw2lbJ+yHVaQb1SI+s9kTVYV3fgHhm+jJfq+r+Sktn47f4GfJOsf1Yj2wizKuXmmXNbqa6LCDUaSOQNwCd0SY/Y27jbbgFvHbzieUquBc6lraHCm0yXyOnS06hMwDeI3urWWYmgxgLWPLzcO0M0t8w1zgXO83d1p6fGsMm4W18eev3FZ3NLdwXv02g+iWv0h/wAGhovYg9QJhrSWj5uQx+YtqA0TUbAqEgCTrcZuREmI0iSYNrK1Wptexz2Nc6o28v3BdY1SLh3F5B8llmZc5xB1G0CCC0EAC1tjuL9ln48c45/Z3fx/P5XkNOXs56Djg2BpeHemw9+6hr1NIlKpV0iXE+5J+pQnNszAYY7L0O/ZD3vkz9u58LgI067ajfVDcXkjYLhxdCMhxLnGJ5R3MMWWMM8pRavFPifYb0ZLlGXdg3GSe6WHwZLlJRrOeYG0rbfZT7JGqRVq9NAXMmNZH3R2b3PrF9kM8owi5vpDEbk6BGRfY6tiurV4dKfjIku8mN59Tb1Xo+Q5RRwFJ8TDoLnvI1EiwHAA345KnxmdUqFOR0saIBiB2Aa3ePbj55fMs2qVKLqryGsc4CkyCHGCAXEA3Bv8vNeR1Us2oT3Oot0l8/v8/Bp4scYfmUc+xAFaxlrri4PJHC84q0y+q5rbdR9rlaZ9R5cXvNyNTjzAkho7AAoFgAC8kc/SStn6Vg28fkL6ydh7CZW57QHPn0RDAZQ2kZC7yelpZvPqiC9djxRpOuTGnN3Qk6SSODEnaJKZS0BeVWTpWWirZRzs+GAUGqYzxOfRGc4aXsM+yz+S0mlxDtwvPKDyTduvk07UYhvJy7UBp3Rl+VTBJsTKr5RUDHEEo66qHBVyZ5RajB9BIY01bBr8I0QNl1UoCICgr1SXR2XTXck/8K2XV5VFWykcME3wUKsTc7JmOHChxUOerNKlay0NDqnkVMV1GJLlBPx2Mw5LomCgbsWNM8KDNq5gM7oe86SATb87qmRuM3JBVzFImxWdACyp4XPb3VfPNEjTueyFU2wboS1GTdZHijVGupZiHmO6uUKrQYcARxPdY+lWi8ojhaz6kE7LmSeTJ0dioxXIe8Wn/C36pKDwwkq/hp/Yt6iJ8tw7Q0fFbYuMn1F4Hsrh091wFWxWHm8rUyxnjj/TrgSg4yfuJsfjTTpy0nkSDBj+y4wFcPYO6GY/Efs4HG6oYXEVAWxZqyMM5etvXyNzitlM0eLw+tpCy2JyqqA4cDZaPE4ssAUeOzP9nMeqd12aCX3F8MX+hnfs3gKmsnYeaO5rg/EEauqFzQra6eptlBiANTTJnZY0m9+6hxPiiH7HZFqrnxZ8NpvH33bhjT3O5PA9l6Pmmcso0xqAaBZjB9AB8r+iC18SygwUaRkgk1HDdzzE3OzRED085WZzTEtc+XuJfwBEgX2B/</a:t>
            </a:r>
            <a:r>
              <a:rPr lang="en-US" dirty="0" err="1"/>
              <a:t>PcpTPmeWSj</a:t>
            </a:r>
            <a:r>
              <a:rPr lang="en-US" dirty="0"/>
              <a:t>/AIGseNQV+S5jse/EPlzgGgwG9jE2HJjn5JBpMEkmOTx6Dgf3XOJYxpbU8ItaTsXkPAbAadhy4tMDabcqCtiidJZHJAF5JlobeJ+Iib72Ss8bbRdzoerT1EM0mHbujpAvudhcR/wV1SyNrT0psIymW6zqaxpgS8ODoPSHCOogtBHM+gRWlVDhLSCO4XqfpenhHClJc9/cydVkk52uhUaQaICkSSWwJDpJJ2rpBwLJ6tXw26io6jpkA7G/quavW2DwsnV596cEP4sW2pA/NsxDm9KAYRztZcLSuc1aWON1LlOK0GSJlZ2CWxWxiSsInW2HSb8BaDAYlwYNW54Q/AZi0m7ZKvOMlPabEst8cAcuTYSYV3USeVxmAIEgwpG072XOPZAupq8EHH2s5jySb5QCbV6iEXwNckbIPSc3XC0mErMaA32QtLLjZRfJHm7AueUCSOLhQjBhx32RP7V1Ww0N38kFyxj9ZkmEzhipKvuDyycXZDmODAE7kLO4utJhbPF4YEwTeJhZrN8M1jv6JbNGrt9MvHmirXhrQiOX4slo1CAOe6DNl7gESxDDojt2V8cmvciskugv+mN7pLN+OUlb1SUehJyJTBSMpytee2vd0Ixu+AfjMAHCAYlUMJl/hkNeebFGMfTJAg3CDZ1iiGCUg/SXKX5MZTk+GwjjML4kAXQvOafhho7kArr7N5m+QCLcSrGf4c1Oq4IIP5CDlUcjUwkFSot4DADw7WlWHUKdNzHfE9kEDcB3Ejkixj59jzl1JwazUd4TVHik6HmHiZG4bIkX5Jk37iPVT6k5NRhFJJ+ft+4TTJK5S5+wsVQJDnOfDiST3k3Mk8oczC4cUzLS3Vu4SXl1wJcbn3sduVS/TSasTMusPor2YP1teGw9jW3aJHLryOWlrZHYk90nKePDFRxRq+322XuU3cmU8Tjg9g8R2uYBIESQBBmY1aWxcHe8wqX6U01AWPiBqcXd9QBA0+1/VcYWl4bmPfdrgToAIl7fhbb/ADH5KvVrTUdWeA6IntJFhbtp990OOO7tl7C2k1Ip0mywOl8PJaS5sAzxAkeaM5dhDTbBdPtpAHk0e6oZLmAeXEM0AkAhuoAl0WDduLnewRHCYkvLhEQfeIkErc+nYscI237n9/AjqJSbpdFpOmTwtYUEu6AuuF3TMXmPzMeqDnyrHjcmExQcpJD46Znaw8uENoZgGvh2ysVsRqqCTPH5H53QbMaQFTy3XmJT3cmt0uB/</a:t>
            </a:r>
            <a:r>
              <a:rPr lang="en-US" dirty="0" err="1"/>
              <a:t>tTSY</a:t>
            </a:r>
            <a:r>
              <a:rPr lang="en-US" dirty="0"/>
              <a:t>/qaEEY2ImwR2tV2ESq+GwYe86rdgrYm+EVky5lNVjQI5+aNU2F2wVX9EZ0kMA0ophmQAe9/KxiFueo8GHdP9EI7VknSInAtPmh+OxUm6IucQ66gxOHb8RWPk1KnLcPLFSozowpDtSv08bpsVfrsEbIPjHi/kjY8ijcovkHKN8MKGkyrBPCnNFrGzCAZXjxqjdGjWDzB4AMG0zMCfZdw5nGVt8EmlRBj6YfUbpbuIgOjYm9/KFlc0YS9xIJGogGDcA7+a07ce06gXQAOW7yB0g/iN5juqhq03STe1jx6eS7i25Vy+b/lnJ3HozFGoBUEeiNF7Q0k8oW7LnPqEtsJRAZdLLvTeLdTVAZpAf9Ib2SV/9UDukubJHd0TYhQ4mo74WmOfX0U4auKT2mruJaC0NdY9cQW/Iz6In1DJCME5dWC06dsA43F1Gyg9TEmoIf3WpzXB67hpA891lsZhXUyC4dMrNWLJFea/0MWmO7EGmAZhabIMw8ZpLxICGYbA0q7KkscXNaHNIH0jzT4ACjTLmmO7SiZMksadPnoijaVoLVc1AM3NMRqAiQb3E7CAPlxyLr45z3FzGGaYIBcCTpGk732a76goc2uH63gGbRcR5yCL/MKzgW1AIAlrpOxJkWF27xAOl34rLlF8uTDXZPTpUn1BqZpMiXXAsCT0COolht9CuqDyajnOIMMcZmztLB8IiCY4I5Erp2MYKkEaySD3AeC5osRuGxO7Z72XOLl4D6b2hjXQ0EmSZnqHwlxPHleyErl3/k6RA6n6WgmnIDXEgaWA6iGyLHU1wmNm+qTMrlhkiA+4JIBPAAi4ABv2902BpOLBDQynpBLid3Els+ktInzINii7qRpsD/Fl1P8AaNMmHQHgAMuAdR97WurydPhkbsrYeq2lLYaGAxIdBLix0TeTFxxAO9wFZpVXeG50OBJOkuG9res+gQM4dzSwmXt6C5t3OJu6odQgNF3SbRYSjGMzUPplkAA1A8NaRI7ARwiwyTxO4vl8foVcVJchbA04Y3VG3GygfmrDVNMDaPz9EjUBpta0rOZyHsxDX2ANpE+kP7rR/Gzck30vAH0kk0bAvHIUNag5zCW7i/n6KjVxGmk2DqIA9bCJXeGzYsAkboOXWympKrTCRxJNPyCqxc0TsqeKql0GUezfCmpTloN+3usvSplpLDc/mErjSaCsMZXiW83I/MojhRLiYhZvLm6agl1p2WpZiWmwK1tDginvkxTPN1SRYngXcBMfOPayjbW8RrXAQAZjgHn+gVXEY4trATAgC0DVYkAnc3B+YU9PDAVC1khpAcR2mZj5JfXZMmRO+k/074L4IxRexVYGnMIUMx1WRDFsAZpG/Cx7app1C0pBLcNNmgxGJkWQrGYc6SQunYmLwuWZiDIPKJGANsq5WWsdcj89lPmNVpqdBltpEzeIP1lVauAk65ufonNNrIJNhaOTyCPaEVzUoqBVrmzvMHSAJgk/n2su8LhdLCSQfTlQ1sE5zGuOwvM38h5KoK5u0H1RcPsdSRWTtcE2HzSJASpOeQYnv7FUcOzqgfNbTJqf7OXNFhC7LUbYo7HHuZnfHd2PySWj8Afw/VJB/GzL+hEt4MEElxhrSDPqbWVjPMNRcWGRZxD5gWLQ+PSSL+aq1qJ3Jhv3hwR5oJicwc6W02S64YCAYkiIneRp9LqfUPUU1G1t7X/oPE01dB/UKga1hAu0DlonieY29lR+0lGmwimbmLnib7eVlRpZtU0aKjtJ1AkNAEObPIE7k2FlarClomNQ3LZ3HN+6Hh1mSD9ztfBJY4tfcg+zmulWY4N1Un6muIEwYMSucVl76ri4NEGfY9iO8Qif2fcyiA+nULqbzBpu+47vO/ZUzjiarW2kObrIMDkE3sbCduQqZs++e5IJGKUEgT+r3l3htbDjPTIEwJi/Mf2XGGY+k5zKjSGwHXE9QIiJMOFzIF7K9XNWrUY9j2M1Plpdc6QJkgtI2M37FEMXj3AuFXSWBkamtZBcQ1urT1TMb8FDnN9fJKVGNxNO5Ib0uMwRBETJE7iA4R3IVrAvY5rwdQ+GzdMTcucdVo25AE7WVzE4Z+mqG3ZMGYmGmdbSYm4LZ5AVHAloc3WW6NYBgCZcWtnT2gEx6jZWXKo5QeGOBwnw31ANAd0l0w5gEk6dBcS6eJ5Cjo0/Fe2nUeXNa2AQ3aIAAIiRLvomwmF0AFxl50tHTqcNmAi+9x5eSKZfRMl7pGmWtm/SIDb82g+6JlwrGlfbJD3OgYaRY8jQALCNMCGXAAHNz+MyYrsyMh4c0kSSfQbx8lomYwOJBbJVvx26QDY2ugKW0JtQPZ4bGloY4l0Q6bNjefUoPXwNSqSBxz/ytLnGXuFPUx0kj8QZt6Kth8SAwT8UCYRIZajfkq488gzDZU9g3tvB8grGHwhqG/CsZnmgLIZuN0OwmNeLAzKrubLUkETiNINObALM0HE1XHcbK5jq+mXFA/HMHTMlEguKKtkePxMVJCJZI8udJKGYXLn1HX3WqyvLQxaWm08m030LZMiSL+KoB7L7i7T2cLgqPKMST1vJLnCziI2DWgDv976Ijh6PiB+lwltiObxEcTcFVcIPCLA5pLQ3S0nki0R+dlNfkjJpw57v7HdPFpPcSYguBm9/JB83yqevlanMsYwtFll83zBxiBZZTtu4jPgpNJ0RF/wQ3FWv57qTEYtw43UtTCOqNkTbj+3tCLCLZVg05ifVXaDmVTpaHfDIJ/i522ah1LCl1XRMSYWowuXsZMOkmx/2TmLC++kClKuDlrSaZb2WfxWGdPSDutDi3aW2VahmrI0xdVlnU5O0dUKRQpYJ7Ga49UZw1WqKYMyOymw+ZMNLQ+JUFN9xTB328klOW50gq4H/AFg7snVv9VN/jSXNpamFmVmsLnP62AOtYuJ4bHJ49ih+Cw4qA1AzR2Ftu5A/2TNzF7WChS8NlMHciNUnUXSJ4gQJNldqvdTYHOId/EeHDj8EWOFzUpPwv+QUppUkZXNf2bvhIBuDEAg8rvKS50ke07E9h5ojmLPGJaA5wdBI20x/D5dlxgsEWBtM1elry5o57w72Sjkttna5D2FwQpi50h8AyYggX9Fnc0oh9VlNp+F4LnSNQngvBMjYg9yu8dmbSA0FxeRBBP3pN/lCgeWaQKr2MIDml1+QHDUQDPMCPkq3Jvk7x4JsSwl1NlOmaoGoaZFiIm3A62jzIVfEh9N7CGCWmYcZu2QAQ2AYteOOUKo5lUY7UKhYAII5c2CQI4BkbLS5SPHlz7dgBbaTv6Iq9ruRO+AL4z3sfUsXhwLyBoYGnUWnQAA0MJOx+aGYph1l8XEarfeMGYnuN+ZRzNj4L3N09DoiCRwQZuLEOdI2uO1xdam7RrFOG6SCd506oI+W+xgnlMKuzhZqY81QwS0MkDnXIgO23F5g/</a:t>
            </a:r>
            <a:r>
              <a:rPr lang="en-US" dirty="0" err="1"/>
              <a:t>wAIWpwTDTpieoQN</a:t>
            </a:r>
            <a:r>
              <a:rPr lang="en-US" dirty="0"/>
              <a:t>/Tc+qwuHOlwcIDXQ11wZMC8O2B7xuPJajB5lWqsDWMDWwIJPz6fzv3BCFmbZaFEVPGRVI2CKnFNLYeR5IFWJggtlwPCtNrtqU4LSD5obVnbLlTNtmA2VqpWYGy6AsbXqaXQN0bwzA9gn+v0XNtETLb3UombkFA8Q/wAO7TzZd5nTLrAxG3dQswbmdVX4foSbgeoRYxTpEs58UPEk+qlfhZaCwQmwlIHU8fDwPRXsjql7i10AAp7DihaTYCcn4RNktAatP3/YDaRujdR5pguBbaTEwHHYX7c9kNzl7KTg9rCXM+I2u0jj5x80AOY1jOkbtgzfeIHYGxPzXc2plteKPK55KxgrUn2aPPXN8MVMO4i8VBP3SLGw2E78yh+W5gHO6jI+6Ow9d5V0A/oz2MbBNgYuSGaye0f3Cx3iGm6XC/naPZKyVt83fkMnSNtjKvI2QXFg1HCIibjv5Dy81Fh8yJBG5IMc3i1kbyzD28WoD4hEGBAHlHOymDFb5dElL4ATsK2esD2MD3BupTiTTZYSLqL7QVL2sqdDHFzdESUwsqrhclVGnyyHKml9RzkWwOHcS4km11WyGlpc+RyiIxJYD2urZH7CV7ijia2uQDshgw7pJCmw9UBxtuV1TLnPgWbNyl1F1wXdHVHDEAl2+6hp41wBjccrU1RTpMtL3kWCzNPCl0gC5kn17BV27eZE6Of1of8A9CmXH6md/Cku7oE5NXk9Bxc1+oEARbbptBE8d1ezPGtFnXa+RHnsC0ob9l/3L/8Az/FV84/wlP8Amn/UUq5S33ZzwRZfjHtNVjgZ1C/Okb/1V7FxSpve1xl5DYAktcb3ME+w7qvkn+JPt/</a:t>
            </a:r>
            <a:r>
              <a:rPr lang="en-US" dirty="0" err="1"/>
              <a:t>qaiI</a:t>
            </a:r>
            <a:r>
              <a:rPr lang="en-US" dirty="0"/>
              <a:t>/</a:t>
            </a:r>
            <a:r>
              <a:rPr lang="en-US" dirty="0" err="1"/>
              <a:t>ct</a:t>
            </a:r>
            <a:r>
              <a:rPr lang="en-US" dirty="0"/>
              <a:t>/n0PxVZu+GdSB9ehqDXmxLQ3Tpl7qs9Ukja0z2K4rtD2N1uOkvAIDYaZAl7nRrtBsO2yM4v/Ft/P3Kiq5zu3+b+IUi6aottAuJy5rK9OkIIaWh1xBcBLZm3USPnC0GWVKcOq9DGtMaIDpB2FtpvzaEMr/</a:t>
            </a:r>
            <a:r>
              <a:rPr lang="en-US" dirty="0" err="1"/>
              <a:t>vz</a:t>
            </a:r>
            <a:r>
              <a:rPr lang="en-US" dirty="0"/>
              <a:t>/mw/9Aq+J+Kt/MqLsuaI+GT5wdTxVBdc3Jg9U8Rx2UOOoPeTouGzvfTYFwFxN+/n2U2F/eUf5rP9TUvtv9z/ADfgExvqKjX6lNvbMq+ZI+EC4nysYniZjlX8pzR1PT1aWbEx0721RuN0KpfvB7/0K7/+r2b+CMsaldlW6YfGL1Eupu1fOI8uVZwup8zE8BZTKf3jfVbDCfEPX8UrOCi6QRclAYYtqEmO3nCnw7i6ppDoC6zb4h6BCqHxf+RV10ToMZtg3DTpMkkbLp79VKpqB6XAN1WNxH4H5+StM3p/nsu88+Gl6lEcKpo6DaGXuFHpJj+9yqdKm+k6bnfZaOn+6HoFWxXwJdZHuOUQHNTUYS4yXDS6wkwYGodoP0XTMbSo0nADqIj/AJ7oZjvu+h/q5Vs02RNlNorZLh88eJ87Rz7dtkJrVNTiSlz7JnbIiRyy1h8SWlpBgtMiLGfVbnLMeSwF115wN1u8D+6b6IeUvAWcYZtUF3kslQd4dQyLLXj4R7rM5tv7qY2yS+Sxh8SHGyuswmoEztdAcB8S0mC+ByawrdOmUm+ACcKRLnWE2CfE4h7WgRDTCuZju31Ueefu2+iG206OsG08Udw488/RX8DmJYLNk90FHwolhP8A1/BRxTfJywl+s39kyCJLlQ+DvJ//2Q=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00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https://cdn.mos.cms.futurecdn.net/B8yswTP4sxA9mQGHWvxfwP.jpg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10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https://frankrumpenhorst.com/wp-content/uploads/2015/01/darkbird.jpg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07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https://media.istockphoto.com/id/532020093/photo/bird-moving-wings-with-motion-blur.jpg?s=612x612&amp;w=0&amp;k=20&amp;c=MmkKV2h-t11J3sZfxRxyrb8yqP0GyjbWQb8RBabq8zk=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1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https://images.fineartamerica.com/images/artworkimages/mediumlarge/2/a-camouflage-bird-jian-xu.jpg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19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https://static.vecteezy.com/system/resources/previews/010/282/151/large_2x/clear-sky-pictures-bright-sky-background-cloudless-sky-free-photo.jpeg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9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https://www.rochesterfirst.com/wp-content/uploads/sites/66/2021/04/sky-1107579_1920.jpg?w=1280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83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https://www.nationalforests.org/assets/header-images/_1200x630_crop_center-center_82_none/White-River-National-Forest_John-Rudy_7724.jpg?mtime=1694440032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44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https://images.pexels.com/photos/29163121/pexels-photo-29163121/free-photo-of-twilight-urban-scene-with-dramatic-cloudscape.jpeg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33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https://lh3.googleusercontent.com/ALJcVqrsdkiiYhKg6AYOar8RwuKSDnax2hIbwfFw2eO5RGJx4xFAYyhL_FJik_Ol2olsOcnbU0K83PogNt59LFxIS0Kam5WcXuS-ciE9OW1ub7O-q-WDUQMVlGvv3OnUq6EB6-Tu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192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https://images.nationalgeographic.org/image/upload/t_RL2_search_thumb/v1638886345/EducationHub/photos/moon-and-venus.jpg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270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https://www.hapticlab.com/cdn/shop/files/DiamondKiteRose_AltairDiamondKiteinsky_HapticLab.jpg?v=1740677150&amp;width=2000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34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https://images.pexels.com/photos/680257/pexels-photo-680257.jpeg?auto=compress&amp;cs=tinysrgb&amp;dpr=1&amp;w=500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749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https://easbcn.com/wp-content/uploads/2025/03/30087639.jpg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674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https://cdn.mos.cms.futurecdn.net/oBEgKmDV9rG2CNoRxcEthN-1920-80.jpg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896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68AFF-F857-B2B9-9FC2-ADF0C3BB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99A29-E5CA-A609-65B4-180C28A33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C9EAE-4481-B68C-14FB-F2006EC73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https://underclearskies.com/wp-content/uploads/2011/05/mystery.jpg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760FD-9B16-EF31-7D83-34CF8E5EA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641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F8F8-F7A9-C4C4-2429-019468922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23580-EC37-BDF4-8BD2-9EBD50749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F3E816-C378-11DE-BD6B-D7A5C2EEA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https://lonelybirder.org/wp-content/uploads/2019/09/red-whiskered-bulbul_01_obscured.jpg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170E1-F7A0-EF7C-368D-90390C2D5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330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4EFB-D2CE-B9B7-C519-AA8D60BF9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9F8A5-ADAA-FF44-2B86-DF748DDAD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A8A3D-9C94-2B08-19A7-5C35B6F0E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https://frankrumpenhorst.com/wp-content/uploads/2015/01/darkbird.jpg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080DF-2912-564E-8ECC-6169B7728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296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8582-66F8-A81E-B4AA-AFE0074A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9C6C1-19D4-328F-4D56-AAE700132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8666DF-21F1-461A-C2B8-678BCD7B8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https://static.vecteezy.com/system/resources/previews/010/282/151/large_2x/clear-sky-pictures-bright-sky-background-cloudless-sky-free-photo.jpeg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E7CE7-2B62-EA0F-04EC-C6FE9BDE7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58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EBA00-AF67-3D45-6F4A-AE1A9E85A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C4FD03-B3A4-8E84-A32A-C78731C08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56CA7-7E19-702C-21BB-FA9351F3A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https://www.nationalforests.org/assets/header-images/_1200x630_crop_center-center_82_none/White-River-National-Forest_John-Rudy_7724.jpg?mtime=1694440032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5D034-030F-8CEC-4DC9-9495598CC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240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91246-7330-4EE8-F4F8-5D98CDB9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00402-C463-5213-1A56-DCDDC5A33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F18A3-6C08-0501-104C-88A505983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https://easbcn.com/wp-content/uploads/2025/03/30087639.jpg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1E457-93EF-5067-4A06-A8D2E439B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781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4EBDD-1AB8-A7F0-8D35-7EE8FF7B1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AD641-A7D0-35E3-D54D-56F1755F3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EA0B4-4194-D6BD-016E-EC0CC0962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https://cdn.mos.cms.futurecdn.net/oBEgKmDV9rG2CNoRxcEthN-1920-80.jpg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2F0F7-74EA-7BE7-31D1-BB0182431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503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6EF45-7991-17CC-8BA7-356451FA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297D2-9FDB-8B26-D298-DC4A5AF8C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64590-4574-7079-4DE9-E842ECA01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https://www.pennington.com/-/media/Project/OneWeb/Pennington/Images/headers/secondary-category/About_WildBird-mobile.jpg?h=330&amp;iar=0&amp;w=480&amp;hash=85A6611B4C76F416ED8CF1BE1FC2BA0E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31ACD-1EC6-A78F-1C51-7F42C3F12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871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34188-05AA-1F64-CF0A-A598363F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3F0FF-4D04-36F2-1E8B-296A34522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0ED72-6A07-0D91-82E6-6BC99AC26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https://michaelqpowell.com/wp-content/uploads/2013/01/eagle2_blog.jpg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1E400-1F95-D3E5-C306-CBA874354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110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5C8B7-D29F-F4E7-24AF-FD5D3D3C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F0BD4-7A50-13A1-E1D0-BD67FA0CF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CBB2F-BADD-0539-F254-DE7DCA3A6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https://underclearskies.com/wp-content/uploads/2011/05/mystery.jpg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90F21-BF3D-CDA9-8EDF-E74037658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243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021B1-63BE-1781-61EB-5F4C0B912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95A87-ECE5-FFC6-5284-1118AD284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28090-64A0-73AF-B1B4-C811E899F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https://media.baamboozle.com/uploads/images/741515/1667127604_65545.jpeg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0B5AA-B686-E701-C1DB-656DBE032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80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FA600-4286-B845-C0F6-5229A2C3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5E0B0-E27D-78D7-506D-B2D720B3B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5EB47-0926-5314-78D2-87864F7B7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https://lonelybirder.org/wp-content/uploads/2019/09/red-whiskered-bulbul_01_obscured.jpg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278A6-95DE-EA53-BA7F-322E28149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596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BF39C-561C-246D-708C-1B8E6ADE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2890C-952F-B98D-C68F-4AE3CC2D1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9205A-5E85-1AB0-3C9B-D1EC9BFE6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data:image</a:t>
            </a:r>
            <a:r>
              <a:rPr lang="en-US" dirty="0"/>
              <a:t>/jpeg;base64,/9j/4AAQSkZJRgABAQAAAQABAAD/2wCEAAkGBxMSEhUTEhIWFhUXFxgXFxgXFxcYFxgXFxgWFhgXFRUYHSggGBolGxUVITEhJSkrLi4uFx8zODMtNygtLisBCgoKDg0OGxAQGy0lHyUrLy0vLy8tLy0tLS0tLS81LS8tLS0tLS0tLS0tLS0tLS0tLS0tLS0tLS0tLS0tLS0tLf/</a:t>
            </a:r>
            <a:r>
              <a:rPr lang="en-US" dirty="0" err="1"/>
              <a:t>AABEIALkBEQMBIgACEQEDEQH</a:t>
            </a:r>
            <a:r>
              <a:rPr lang="en-US" dirty="0"/>
              <a:t>/</a:t>
            </a:r>
            <a:r>
              <a:rPr lang="en-US" dirty="0" err="1"/>
              <a:t>xAAbAAABBQEBAAAAAAAAAAAAAAAFAAEDBAYCB</a:t>
            </a:r>
            <a:r>
              <a:rPr lang="en-US" dirty="0"/>
              <a:t>//EAD8QAAEDAgUCBAMECAUEAwAAAAEAAhEDIQQFEjFBIlETYXGBMpGhBkLB8BQVIzNSc7HRNHKy4fFiY4LCB0NT/8QAGgEAAgMBAQAAAAAAAAAAAAAAAwQAAgUBBv/EAC8RAAICAQQBAwIFBAMBAAAAAAABAhEDBBIhMUETIlEFYRRxgdHwIzKhwZGx4VL/2gAMAwEAAhEDEQA/AKadJJbxliTpJKEEnSSUIR1nECQuqT5ErohQUekwueTvgsJJJLpwSSdJQgySdJQgySdJQgySdJQgySSShBJk6ShBkkklDokkklCHdQjTbdV3YrUCOQrVEi8oBjK5bUtysbV7Y5V8mhgbcC9hwAZPdX6mNJFiqOFeDY8p8yoFkOG353CWzKufIWD8F7CVZkzG/wBEHxtJznGFJhmuLrbK6BCb0OBSTbBajLtpIEUMI9rgeEXTpQtKGNQ6EpTchkkkkQGOkknXSCSSTqEEnTJ1CCVfFWgqcoTmNd0RB9UPJKkXgrYWa6VHXxLW7lRYeqAwFC3UnVK0u+EbKs8jSVds7GHLsOsdIldJmiydGBiSSSUIJJJJQgkkklCCSSSUIQ1a4aQDypmwVVx7JAsoGVXaT6LOnqZxnKKG1iTimEoTPPZD8vxsgtcr4iLLuHUSzTS6JPGoRbGSSSWgKnTFns2YWvk91rsGRBtdZ7PaZcZ7LI1klOe1LkfwR2xtkWFqzvY8Ihiqn7KD81BgQ1xGqyWLriS0bLMlKTdDm1LoH4PEVAZai9GqSLoPWeG/Cbqehjui+61tLkjFXYjmi5cBRjpSfiy0hsS0j1uD/ZUssxo1QVZzSqWsJaL7idrbq2bN6mJyj2uSuPHsnT8lzw/IfNOs7+nN/JSSH4zL/</a:t>
            </a:r>
            <a:r>
              <a:rPr lang="en-US" dirty="0" err="1"/>
              <a:t>wDS</a:t>
            </a:r>
            <a:r>
              <a:rPr lang="en-US" dirty="0"/>
              <a:t>/</a:t>
            </a:r>
            <a:r>
              <a:rPr lang="en-US" dirty="0" err="1"/>
              <a:t>wAh</a:t>
            </a:r>
            <a:r>
              <a:rPr lang="en-US" dirty="0"/>
              <a:t>/Rh8BxJJJehMwdJJJQg6SSShBKOvEXC61jaV06CJEuF5i8Bu5McWQ55Ix4b7LRi30ZytjYJY2wUWDLtQl3K6z2NUaS0+Yg3gix8lzleGLiPJZSnLJPj5HtqjHk07Nl0o6LIELtbKM9jpJk6hBJJJKEEknSUIMknTKEOat2whlEkktKKqqWxUQJ4YuW4NjytKiJuXAeqt02QFK1spEDhWSxwdLsr7pKzmFIygTsu6MTdXy8Btktl10YPauw+PTOStg0OIskykHHqXfhElPRABuu5ZRdpd0cgmmr6sq4zBN4KB1KDgSfkr2PxehxnZBa+bEg29SsRQfk0HJUS1WjTdVjWtZT4CuKpDI/PdEhlbWmCLFFhJLso1fRTydpD9RE+S0GY4tvhREWNuQV3SospsBaJKC59nJLgHU7tkeoNkPPm3RShf3ORi4vkH6Kfb+qSrfpX/AEO+iSSuRezXp0yde0MYSdMncYBPABJjyE2+SrKSirZ1Rb6JKDJP1jv5BRn88fRTPxjadHU4McJlw5AdA3F3C/BtHKqYN7XDTqbIaCTedQF2ge4lJR1SedxfS4/UO8X9NMD1HkYhsnpJAPkJWgwtNv7ao6NDW6dGqznwdgDc6ovNpJU2V06eiqwkeI7qmBLWWJv5lo37EhZLP3tpVP2DwGzfS8udqG5Pa5MQBMniFj6zJLJneNPr/v8AnA7hiowUiznDKrv21ZompJF99jIG4be3uoMsraGEkwVWoZ+7W34dUQ57i8uPGoHV0mLQIVl2Gp1Ww2JAuWlwnzMkifRN6N5FxXQPPtZ1lOb6nEOPKPtMrN5VlDBc7grRMjYLUwb69wnk23wdpJk8pgEOkoMVX0iU1LFtIF90OWSMXTZdQk+iykncAN0y7GcZdHJQcexJJJK5UZRPHUCrVGlKWYYXQA47IGXNCPDfIbHjk+UitmGNa3pHK4wgtvMqtjqAPUVNgagIslNPTzO+Q2XiHBZrgxZS1a50W3Tve0Mug9TGwSALJXVYryNpDOGaUFbLIx5AK7y/EBxuUDOJl19l3iqhZBaqYpctorILZxhARI5Qinl+kdSKYTEmqzzCr4mqeUPLnbfCLxhSOMpwgBLgFZdi4J1+y4wri0TwquNb4lx3Q69SVFr2o7GL1uAkgbTf5KjnlCq5gcG6mM1BpG8TyFFRwNUvbfSyZJ7eau5tXFE9FQvaWwQRuTxKI8aivcim6+mZ7xXeXzST6v8Atn5pIfowO2zfPN1JSp8nZNS0hrA8gFxcSYvIAIB8v9+yVd8ny8tvXzW1g1Kze2PjsSniUOWcP6jGwXL6zarfDDGyHgO6oBYCHdXq0P27IvgMK1tOo+q3bSGnVBBJE/Q7oDisuqeM8EQ1g1PPk7S6HEWtH1CQ1bWSax4pdcP72v8AVBsdqNyX5CzHrpuNht2gdQEW2jZR0sHVgeG4u/7jgBSidg4iXAnlTurB9LSxocx1i24PTcapEBodFhcwu6VeqWhj3EAM0DQYsSSQTvEdvkr5PVnk/pR4pK+f9HFthH3990Wsyr+GSTpfrBDw3S4tPw8thwEWaRwOFlqmBbVe9zREkmIj6CwRrw202ECY7EzHogIzNof07yi49Jjwf3dsrLNLJ0ZvMaOioQjv2RqEyIt3QrPJNQlT5HmJpAiN0OEljyN+C805RDec4sUR07qLIc01uOoqlmtbxW+aJ/8Ax5kni4oS0PaxutwdOn4mjqjexcQOdPaUrk+pemnlfS8Fo4FL2oJ1ce1ombKli81baCtJ9si41aoEPaWNZpIEAAzLI+EiSV5fTedQkrmm+sS1MbSro7k0ixvk0uOxJezU1LJg2dMyUnkBrRMBT5dVpA9N3FamxSmnIX3OMeA0U6YJ08oqKpCzbfYl1TZK5UlJ8XVZyqLZ2Kt0RYiqW25XbsZrYGm8Kq+vMyE1aoGQ5Yc8m6TmacFSobM4PS35JYHDaBfdKniAXy0SpcbiSY4vCLo96bnJcA8yTSimRubqfPAH1UVfByVapARZTtFlqOK22xS25UjOuys6vJT16Y2PCv4moRsuGUNQul44YS/</a:t>
            </a:r>
            <a:r>
              <a:rPr lang="en-US" dirty="0" err="1"/>
              <a:t>tVBXNx</a:t>
            </a:r>
            <a:r>
              <a:rPr lang="en-US" dirty="0"/>
              <a:t>/uIMupxJbsuM2pOAB7q9QwZa0kdyuszdNMDlJTwbsjGIyqIPp1dLRJT0odsoKWXud8Rt2RKhQDRZFx6OTkm+AU8ySpA/NKDyIYDxPZAnUvEBpkkOmRIOw2lbJ+yHVaQb1SI+s9kTVYV3fgHhm+jJfq+r+Sktn47f4GfJOsf1Yj2wizKuXmmXNbqa6LCDUaSOQNwCd0SY/Y27jbbgFvHbzieUquBc6lraHCm0yXyOnS06hMwDeI3urWWYmgxgLWPLzcO0M0t8w1zgXO83d1p6fGsMm4W18eev3FZ3NLdwXv02g+iWv0h/wAGhovYg9QJhrSWj5uQx+YtqA0TUbAqEgCTrcZuREmI0iSYNrK1Wptexz2Nc6o28v3BdY1SLh3F5B8llmZc5xB1G0CCC0EAC1tjuL9ln48c45/Z3fx/P5XkNOXs56Djg2BpeHemw9+6hr1NIlKpV0iXE+5J+pQnNszAYY7L0O/ZD3vkz9u58LgI067ajfVDcXkjYLhxdCMhxLnGJ5R3MMWWMM8pRavFPifYb0ZLlGXdg3GSe6WHwZLlJRrOeYG0rbfZT7JGqRVq9NAXMmNZH3R2b3PrF9kM8owi5vpDEbk6BGRfY6tiurV4dKfjIku8mN59Tb1Xo+Q5RRwFJ8TDoLnvI1EiwHAA345KnxmdUqFOR0saIBiB2Aa3ePbj55fMs2qVKLqryGsc4CkyCHGCAXEA3Bv8vNeR1Us2oT3Oot0l8/v8/Bp4scYfmUc+xAFaxlrri4PJHC84q0y+q5rbdR9rlaZ9R5cXvNyNTjzAkho7AAoFgAC8kc/SStn6Vg28fkL6ydh7CZW57QHPn0RDAZQ2kZC7yelpZvPqiC9djxRpOuTGnN3Qk6SSODEnaJKZS0BeVWTpWWirZRzs+GAUGqYzxOfRGc4aXsM+yz+S0mlxDtwvPKDyTduvk07UYhvJy7UBp3Rl+VTBJsTKr5RUDHEEo66qHBVyZ5RajB9BIY01bBr8I0QNl1UoCICgr1SXR2XTXck/8K2XV5VFWykcME3wUKsTc7JmOHChxUOerNKlay0NDqnkVMV1GJLlBPx2Mw5LomCgbsWNM8KDNq5gM7oe86SATb87qmRuM3JBVzFImxWdACyp4XPb3VfPNEjTueyFU2wboS1GTdZHijVGupZiHmO6uUKrQYcARxPdY+lWi8ojhaz6kE7LmSeTJ0dioxXIe8Wn/C36pKDwwkq/hp/Yt6iJ8tw7Q0fFbYuMn1F4Hsrh091wFWxWHm8rUyxnjj/TrgSg4yfuJsfjTTpy0nkSDBj+y4wFcPYO6GY/Efs4HG6oYXEVAWxZqyMM5etvXyNzitlM0eLw+tpCy2JyqqA4cDZaPE4ssAUeOzP9nMeqd12aCX3F8MX+hnfs3gKmsnYeaO5rg/EEauqFzQra6eptlBiANTTJnZY0m9+6hxPiiH7HZFqrnxZ8NpvH33bhjT3O5PA9l6Pmmcso0xqAaBZjB9AB8r+iC18SygwUaRkgk1HDdzzE3OzRED085WZzTEtc+XuJfwBEgX2B/</a:t>
            </a:r>
            <a:r>
              <a:rPr lang="en-US" dirty="0" err="1"/>
              <a:t>PcpTPmeWSj</a:t>
            </a:r>
            <a:r>
              <a:rPr lang="en-US" dirty="0"/>
              <a:t>/AIGseNQV+S5jse/EPlzgGgwG9jE2HJjn5JBpMEkmOTx6Dgf3XOJYxpbU8ItaTsXkPAbAadhy4tMDabcqCtiidJZHJAF5JlobeJ+Iib72Ss8bbRdzoerT1EM0mHbujpAvudhcR/wV1SyNrT0psIymW6zqaxpgS8ODoPSHCOogtBHM+gRWlVDhLSCO4XqfpenhHClJc9/cydVkk52uhUaQaICkSSWwJDpJJ2rpBwLJ6tXw26io6jpkA7G/quavW2DwsnV596cEP4sW2pA/NsxDm9KAYRztZcLSuc1aWON1LlOK0GSJlZ2CWxWxiSsInW2HSb8BaDAYlwYNW54Q/AZi0m7ZKvOMlPabEst8cAcuTYSYV3USeVxmAIEgwpG072XOPZAupq8EHH2s5jySb5QCbV6iEXwNckbIPSc3XC0mErMaA32QtLLjZRfJHm7AueUCSOLhQjBhx32RP7V1Ww0N38kFyxj9ZkmEzhipKvuDyycXZDmODAE7kLO4utJhbPF4YEwTeJhZrN8M1jv6JbNGrt9MvHmirXhrQiOX4slo1CAOe6DNl7gESxDDojt2V8cmvciskugv+mN7pLN+OUlb1SUehJyJTBSMpytee2vd0Ixu+AfjMAHCAYlUMJl/hkNeebFGMfTJAg3CDZ1iiGCUg/SXKX5MZTk+GwjjML4kAXQvOafhho7kArr7N5m+QCLcSrGf4c1Oq4IIP5CDlUcjUwkFSot4DADw7WlWHUKdNzHfE9kEDcB3Ejkixj59jzl1JwazUd4TVHik6HmHiZG4bIkX5Jk37iPVT6k5NRhFJJ+ft+4TTJK5S5+wsVQJDnOfDiST3k3Mk8oczC4cUzLS3Vu4SXl1wJcbn3sduVS/TSasTMusPor2YP1teGw9jW3aJHLryOWlrZHYk90nKePDFRxRq+322XuU3cmU8Tjg9g8R2uYBIESQBBmY1aWxcHe8wqX6U01AWPiBqcXd9QBA0+1/VcYWl4bmPfdrgToAIl7fhbb/ADH5KvVrTUdWeA6IntJFhbtp990OOO7tl7C2k1Ip0mywOl8PJaS5sAzxAkeaM5dhDTbBdPtpAHk0e6oZLmAeXEM0AkAhuoAl0WDduLnewRHCYkvLhEQfeIkErc+nYscI237n9/AjqJSbpdFpOmTwtYUEu6AuuF3TMXmPzMeqDnyrHjcmExQcpJD46Znaw8uENoZgGvh2ysVsRqqCTPH5H53QbMaQFTy3XmJT3cmt0uB/</a:t>
            </a:r>
            <a:r>
              <a:rPr lang="en-US" dirty="0" err="1"/>
              <a:t>tTSY</a:t>
            </a:r>
            <a:r>
              <a:rPr lang="en-US" dirty="0"/>
              <a:t>/qaEEY2ImwR2tV2ESq+GwYe86rdgrYm+EVky5lNVjQI5+aNU2F2wVX9EZ0kMA0ophmQAe9/KxiFueo8GHdP9EI7VknSInAtPmh+OxUm6IucQ66gxOHb8RWPk1KnLcPLFSozowpDtSv08bpsVfrsEbIPjHi/kjY8ijcovkHKN8MKGkyrBPCnNFrGzCAZXjxqjdGjWDzB4AMG0zMCfZdw5nGVt8EmlRBj6YfUbpbuIgOjYm9/KFlc0YS9xIJGogGDcA7+a07ce06gXQAOW7yB0g/iN5juqhq03STe1jx6eS7i25Vy+b/lnJ3HozFGoBUEeiNF7Q0k8oW7LnPqEtsJRAZdLLvTeLdTVAZpAf9Ib2SV/9UDukubJHd0TYhQ4mo74WmOfX0U4auKT2mruJaC0NdY9cQW/Iz6In1DJCME5dWC06dsA43F1Gyg9TEmoIf3WpzXB67hpA891lsZhXUyC4dMrNWLJFea/0MWmO7EGmAZhabIMw8ZpLxICGYbA0q7KkscXNaHNIH0jzT4ACjTLmmO7SiZMksadPnoijaVoLVc1AM3NMRqAiQb3E7CAPlxyLr45z3FzGGaYIBcCTpGk732a76goc2uH63gGbRcR5yCL/MKzgW1AIAlrpOxJkWF27xAOl34rLlF8uTDXZPTpUn1BqZpMiXXAsCT0COolht9CuqDyajnOIMMcZmztLB8IiCY4I5Erp2MYKkEaySD3AeC5osRuGxO7Z72XOLl4D6b2hjXQ0EmSZnqHwlxPHleyErl3/k6RA6n6WgmnIDXEgaWA6iGyLHU1wmNm+qTMrlhkiA+4JIBPAAi4ABv2902BpOLBDQynpBLid3Els+ktInzINii7qRpsD/Fl1P8AaNMmHQHgAMuAdR97WurydPhkbsrYeq2lLYaGAxIdBLix0TeTFxxAO9wFZpVXeG50OBJOkuG9res+gQM4dzSwmXt6C5t3OJu6odQgNF3SbRYSjGMzUPplkAA1A8NaRI7ARwiwyTxO4vl8foVcVJchbA04Y3VG3GygfmrDVNMDaPz9EjUBpta0rOZyHsxDX2ANpE+kP7rR/Gzck30vAH0kk0bAvHIUNag5zCW7i/n6KjVxGmk2DqIA9bCJXeGzYsAkboOXWympKrTCRxJNPyCqxc0TsqeKql0GUezfCmpTloN+3usvSplpLDc/mErjSaCsMZXiW83I/MojhRLiYhZvLm6agl1p2WpZiWmwK1tDginvkxTPN1SRYngXcBMfOPayjbW8RrXAQAZjgHn+gVXEY4trATAgC0DVYkAnc3B+YU9PDAVC1khpAcR2mZj5JfXZMmRO+k/074L4IxRexVYGnMIUMx1WRDFsAZpG/Cx7app1C0pBLcNNmgxGJkWQrGYc6SQunYmLwuWZiDIPKJGANsq5WWsdcj89lPmNVpqdBltpEzeIP1lVauAk65ufonNNrIJNhaOTyCPaEVzUoqBVrmzvMHSAJgk/n2su8LhdLCSQfTlQ1sE5zGuOwvM38h5KoK5u0H1RcPsdSRWTtcE2HzSJASpOeQYnv7FUcOzqgfNbTJqf7OXNFhC7LUbYo7HHuZnfHd2PySWj8Afw/VJB/GzL+hEt4MEElxhrSDPqbWVjPMNRcWGRZxD5gWLQ+PSSL+aq1qJ3Jhv3hwR5oJicwc6W02S64YCAYkiIneRp9LqfUPUU1G1t7X/oPE01dB/UKga1hAu0DlonieY29lR+0lGmwimbmLnib7eVlRpZtU0aKjtJ1AkNAEObPIE7k2FlarClomNQ3LZ3HN+6Hh1mSD9ztfBJY4tfcg+zmulWY4N1Un6muIEwYMSucVl76ri4NEGfY9iO8Qif2fcyiA+nULqbzBpu+47vO/ZUzjiarW2kObrIMDkE3sbCduQqZs++e5IJGKUEgT+r3l3htbDjPTIEwJi/Mf2XGGY+k5zKjSGwHXE9QIiJMOFzIF7K9XNWrUY9j2M1Plpdc6QJkgtI2M37FEMXj3AuFXSWBkamtZBcQ1urT1TMb8FDnN9fJKVGNxNO5Ib0uMwRBETJE7iA4R3IVrAvY5rwdQ+GzdMTcucdVo25AE7WVzE4Z+mqG3ZMGYmGmdbSYm4LZ5AVHAloc3WW6NYBgCZcWtnT2gEx6jZWXKo5QeGOBwnw31ANAd0l0w5gEk6dBcS6eJ5Cjo0/Fe2nUeXNa2AQ3aIAAIiRLvomwmF0AFxl50tHTqcNmAi+9x5eSKZfRMl7pGmWtm/SIDb82g+6JlwrGlfbJD3OgYaRY8jQALCNMCGXAAHNz+MyYrsyMh4c0kSSfQbx8lomYwOJBbJVvx26QDY2ugKW0JtQPZ4bGloY4l0Q6bNjefUoPXwNSqSBxz/ytLnGXuFPUx0kj8QZt6Kth8SAwT8UCYRIZajfkq488gzDZU9g3tvB8grGHwhqG/CsZnmgLIZuN0OwmNeLAzKrubLUkETiNINObALM0HE1XHcbK5jq+mXFA/HMHTMlEguKKtkePxMVJCJZI8udJKGYXLn1HX3WqyvLQxaWm08m030LZMiSL+KoB7L7i7T2cLgqPKMST1vJLnCziI2DWgDv976Ijh6PiB+lwltiObxEcTcFVcIPCLA5pLQ3S0nki0R+dlNfkjJpw57v7HdPFpPcSYguBm9/JB83yqevlanMsYwtFll83zBxiBZZTtu4jPgpNJ0RF/wQ3FWv57qTEYtw43UtTCOqNkTbj+3tCLCLZVg05ifVXaDmVTpaHfDIJ/i522ah1LCl1XRMSYWowuXsZMOkmx/2TmLC++kClKuDlrSaZb2WfxWGdPSDutDi3aW2VahmrI0xdVlnU5O0dUKRQpYJ7Ga49UZw1WqKYMyOymw+ZMNLQ+JUFN9xTB328klOW50gq4H/AFg7snVv9VN/jSXNpamFmVmsLnP62AOtYuJ4bHJ49ih+Cw4qA1AzR2Ftu5A/2TNzF7WChS8NlMHciNUnUXSJ4gQJNldqvdTYHOId/EeHDj8EWOFzUpPwv+QUppUkZXNf2bvhIBuDEAg8rvKS50ke07E9h5ojmLPGJaA5wdBI20x/D5dlxgsEWBtM1elry5o57w72Sjkttna5D2FwQpi50h8AyYggX9Fnc0oh9VlNp+F4LnSNQngvBMjYg9yu8dmbSA0FxeRBBP3pN/lCgeWaQKr2MIDml1+QHDUQDPMCPkq3Jvk7x4JsSwl1NlOmaoGoaZFiIm3A62jzIVfEh9N7CGCWmYcZu2QAQ2AYteOOUKo5lUY7UKhYAII5c2CQI4BkbLS5SPHlz7dgBbaTv6Iq9ruRO+AL4z3sfUsXhwLyBoYGnUWnQAA0MJOx+aGYph1l8XEarfeMGYnuN+ZRzNj4L3N09DoiCRwQZuLEOdI2uO1xdam7RrFOG6SCd506oI+W+xgnlMKuzhZqY81QwS0MkDnXIgO23F5g/</a:t>
            </a:r>
            <a:r>
              <a:rPr lang="en-US" dirty="0" err="1"/>
              <a:t>wAIWpwTDTpieoQN</a:t>
            </a:r>
            <a:r>
              <a:rPr lang="en-US" dirty="0"/>
              <a:t>/Tc+qwuHOlwcIDXQ11wZMC8O2B7xuPJajB5lWqsDWMDWwIJPz6fzv3BCFmbZaFEVPGRVI2CKnFNLYeR5IFWJggtlwPCtNrtqU4LSD5obVnbLlTNtmA2VqpWYGy6AsbXqaXQN0bwzA9gn+v0XNtETLb3UombkFA8Q/wAO7TzZd5nTLrAxG3dQswbmdVX4foSbgeoRYxTpEs58UPEk+qlfhZaCwQmwlIHU8fDwPRXsjql7i10AAp7DihaTYCcn4RNktAatP3/YDaRujdR5pguBbaTEwHHYX7c9kNzl7KTg9rCXM+I2u0jj5x80AOY1jOkbtgzfeIHYGxPzXc2plteKPK55KxgrUn2aPPXN8MVMO4i8VBP3SLGw2E78yh+W5gHO6jI+6Ow9d5V0A/oz2MbBNgYuSGaye0f3Cx3iGm6XC/naPZKyVt83fkMnSNtjKvI2QXFg1HCIibjv5Dy81Fh8yJBG5IMc3i1kbyzD28WoD4hEGBAHlHOymDFb5dElL4ATsK2esD2MD3BupTiTTZYSLqL7QVL2sqdDHFzdESUwsqrhclVGnyyHKml9RzkWwOHcS4km11WyGlpc+RyiIxJYD2urZH7CV7ijia2uQDshgw7pJCmw9UBxtuV1TLnPgWbNyl1F1wXdHVHDEAl2+6hp41wBjccrU1RTpMtL3kWCzNPCl0gC5kn17BV27eZE6Of1of8A9CmXH6md/Cku7oE5NXk9Bxc1+oEARbbptBE8d1ezPGtFnXa+RHnsC0ob9l/3L/8Az/FV84/wlP8Amn/UUq5S33ZzwRZfjHtNVjgZ1C/Okb/1V7FxSpve1xl5DYAktcb3ME+w7qvkn+JPt/</a:t>
            </a:r>
            <a:r>
              <a:rPr lang="en-US" dirty="0" err="1"/>
              <a:t>qaiI</a:t>
            </a:r>
            <a:r>
              <a:rPr lang="en-US" dirty="0"/>
              <a:t>/</a:t>
            </a:r>
            <a:r>
              <a:rPr lang="en-US" dirty="0" err="1"/>
              <a:t>ct</a:t>
            </a:r>
            <a:r>
              <a:rPr lang="en-US" dirty="0"/>
              <a:t>/n0PxVZu+GdSB9ehqDXmxLQ3Tpl7qs9Ukja0z2K4rtD2N1uOkvAIDYaZAl7nRrtBsO2yM4v/Ft/P3Kiq5zu3+b+IUi6aottAuJy5rK9OkIIaWh1xBcBLZm3USPnC0GWVKcOq9DGtMaIDpB2FtpvzaEMr/</a:t>
            </a:r>
            <a:r>
              <a:rPr lang="en-US" dirty="0" err="1"/>
              <a:t>vz</a:t>
            </a:r>
            <a:r>
              <a:rPr lang="en-US" dirty="0"/>
              <a:t>/mw/9Aq+J+Kt/MqLsuaI+GT5wdTxVBdc3Jg9U8Rx2UOOoPeTouGzvfTYFwFxN+/n2U2F/eUf5rP9TUvtv9z/ADfgExvqKjX6lNvbMq+ZI+EC4nysYniZjlX8pzR1PT1aWbEx0721RuN0KpfvB7/0K7/+r2b+CMsaldlW6YfGL1Eupu1fOI8uVZwup8zE8BZTKf3jfVbDCfEPX8UrOCi6QRclAYYtqEmO3nCnw7i6ppDoC6zb4h6BCqHxf+RV10ToMZtg3DTpMkkbLp79VKpqB6XAN1WNxH4H5+StM3p/nsu88+Gl6lEcKpo6DaGXuFHpJj+9yqdKm+k6bnfZaOn+6HoFWxXwJdZHuOUQHNTUYS4yXDS6wkwYGodoP0XTMbSo0nADqIj/AJ7oZjvu+h/q5Vs02RNlNorZLh88eJ87Rz7dtkJrVNTiSlz7JnbIiRyy1h8SWlpBgtMiLGfVbnLMeSwF115wN1u8D+6b6IeUvAWcYZtUF3kslQd4dQyLLXj4R7rM5tv7qY2yS+Sxh8SHGyuswmoEztdAcB8S0mC+ByawrdOmUm+ACcKRLnWE2CfE4h7WgRDTCuZju31Ueefu2+iG206OsG08Udw488/RX8DmJYLNk90FHwolhP8A1/BRxTfJywl+s39kyCJLlQ+DvJ//2Q==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CF51B-EE63-F44C-7162-9F7516A24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218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78079-E60B-B7C9-66DD-9307B650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61A7F-ECF6-4F1F-1F98-B6F2D78B1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9B276-69A2-647D-0738-D0BD9B37E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https://cdn.mos.cms.futurecdn.net/B8yswTP4sxA9mQGHWvxfwP.jpg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E7BC9-BDEE-A934-4721-214815FE4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668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AA361-4E79-D1D0-482E-8C8E73241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05C84-9701-7978-1492-7D419D88C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C382A-CE07-13CF-767B-F66A57D75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https://frankrumpenhorst.com/wp-content/uploads/2015/01/darkbird.jpg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FD59-C234-E882-2641-2EDE42E66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82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6EDE-5063-B5BD-2E0B-9E683AFD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AAC0E-82B3-F025-CB4D-9F802CCC5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29131-014A-6364-782D-4744B8F5B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https://media.istockphoto.com/id/532020093/photo/bird-moving-wings-with-motion-blur.jpg?s=612x612&amp;w=0&amp;k=20&amp;c=MmkKV2h-t11J3sZfxRxyrb8yqP0GyjbWQb8RBabq8zk=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5A690-2B88-C9D6-0AC2-F99B0FC9C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585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B15FC-768E-3664-CA77-C59988B0E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9841F-C7D3-61B0-1C7C-97666B2B5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D0876-1530-B998-9E43-95C1F3EA3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https://images.fineartamerica.com/images/artworkimages/mediumlarge/2/a-camouflage-bird-jian-xu.jpg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3848C-9CF9-D43F-E27E-F66B000ED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731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1FD25-886B-13F7-9E73-14CD76B2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25BCA-9FED-07B1-4FA6-FD2092CA9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86EB0-FD9A-8460-668D-AB15E597D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https://static.vecteezy.com/system/resources/previews/010/282/151/large_2x/clear-sky-pictures-bright-sky-background-cloudless-sky-free-photo.jpeg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2792D-6C63-A5C9-E582-883833247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553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D17D0-ACFB-9BE9-A785-770B2E118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A45C2-79BE-5712-267C-E5AC7D644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D47AD-AA72-60E3-1793-E813BB325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https://www.rochesterfirst.com/wp-content/uploads/sites/66/2021/04/sky-1107579_1920.jpg?w=1280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EE0F9-5377-EE37-203C-194D12F2A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582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9058C-02C1-843A-CFC8-D9E78AD9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34C62-65B6-1108-C90E-50591CE0B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3CC6D-BB53-D2D4-3320-0E0FBD4F4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https://www.nationalforests.org/assets/header-images/_1200x630_crop_center-center_82_none/White-River-National-Forest_John-Rudy_7724.jpg?mtime=1694440032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37DD6-46B1-BB61-5948-9B93466D2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98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3E01-B9E7-49C5-9010-624319D91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6CEF4-D12D-26E7-EC00-3BFBE5FC4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2CFB4-2A50-21D5-33BC-E20EFE6D8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https://images.pexels.com/photos/29163121/pexels-photo-29163121/free-photo-of-twilight-urban-scene-with-dramatic-cloudscape.jpeg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0481F-61E0-9979-D9F0-80F1D4633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473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41A1C-A388-A183-BB7C-ABCFA7842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F75A4-DED1-8412-5CDE-A1CE97256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84F9B-10BE-B2F3-AC37-A23901456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https://lh3.googleusercontent.com/ALJcVqrsdkiiYhKg6AYOar8RwuKSDnax2hIbwfFw2eO5RGJx4xFAYyhL_FJik_Ol2olsOcnbU0K83PogNt59LFxIS0Kam5WcXuS-ciE9OW1ub7O-q-WDUQMVlGvv3OnUq6EB6-Tu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D038B-6743-CC44-5FC8-CDDE2E479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812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96C7D-A92C-0DB0-48F5-81BED89EE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F2142-21C7-8797-48BB-24779FA99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582B0-6065-08F8-B27A-631E061D0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https://images.nationalgeographic.org/image/upload/t_RL2_search_thumb/v1638886345/EducationHub/photos/moon-and-venus.jpg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017FD-D337-CE44-74AA-720F217FD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895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828C8-BB3F-A812-348C-EF8C12958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923DC-BF62-A3DE-9B73-260AC26BD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15561-4DFB-AA25-3C3E-6D5206090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https://www.hapticlab.com/cdn/shop/files/DiamondKiteRose_AltairDiamondKiteinsky_HapticLab.jpg?v=1740677150&amp;width=2000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A4A29-CFA9-6766-2A8D-2E0F8DF45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130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E5499-596E-F782-8EED-379C0683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90206-DED4-BA17-3622-C379F9930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D412D-F89E-246A-046D-F07CC1BD6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https://images.pexels.com/photos/680257/pexels-photo-680257.jpeg?auto=compress&amp;cs=tinysrgb&amp;dpr=1&amp;w=500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E0EDA-09F2-6DFF-B60E-1D9033AA2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2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F505B-423E-C52D-DF55-DB4E75CEB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9C6D3-5CD4-A681-A41A-CC6A4601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5BAAC-6BDC-A07F-D493-AABBE7B67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https://easbcn.com/wp-content/uploads/2025/03/30087639.jpg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E004B-64BA-BDA1-3D5D-BFFC704FC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3005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B6CAE-B725-3963-1ED1-7FB578BE6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5F8D4-23F2-F2C8-2C2D-1E9332EAD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68533-929B-1AE2-0ED8-762C3DCB5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https://cdn.mos.cms.futurecdn.net/oBEgKmDV9rG2CNoRxcEthN-1920-80.jpg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63379-E5C6-F2DF-348D-8456B53D8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670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B13E-2114-DD8E-BAA3-0E9786CF2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E5B59-84E7-3657-0122-C5ADB2CAD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9E046-8DCC-C409-F1F5-904CE90CB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https://www.pennington.com/-/media/Project/OneWeb/Pennington/Images/headers/secondary-category/About_WildBird-mobile.jpg?h=330&amp;iar=0&amp;w=480&amp;hash=85A6611B4C76F416ED8CF1BE1FC2BA0E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50628-45A1-D2F1-0360-32B6FA483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375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FB413-1223-EEBD-DFD5-6B5D993B6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45F18-635D-09CD-4AF8-7EA4BB482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42F94-A01C-5070-29E8-D082FCD93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https://michaelqpowell.com/wp-content/uploads/2013/01/eagle2_blog.jpg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D30A0-4DE3-AC6D-8F4D-8E104B648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875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529D0-EBA1-DCD8-95AC-B1E88BB5F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324FB-EFE3-3C2C-FAF9-4F235543E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47F4E-A0FE-594B-A2C3-820020DFE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https://underclearskies.com/wp-content/uploads/2011/05/mystery.jpg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4360F-D9C0-3359-9B4C-71E5249DE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9511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2491-AA03-E16D-3CE0-182D9402E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71FBB-9905-D544-208D-46A48D2D9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E38D6-8689-CAFA-86BA-1A48BEC45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https://media.baamboozle.com/uploads/images/741515/1667127604_65545.jpeg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AB680-40AD-C507-76E4-C1A080EE42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6913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A6382-143C-5D95-51E1-052F7F84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605F1-15AF-8B35-C97C-B2DB4EB60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816D3-30FE-5E18-CF16-757BFF5E2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https://lonelybirder.org/wp-content/uploads/2019/09/red-whiskered-bulbul_01_obscured.jpg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02013-4231-1B37-69DD-516F2F2F7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6389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24B8-F04C-4CE6-1DD5-510FBCDF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B3E88-459B-A0F2-FA8E-D9A800CEF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58B17-B018-8556-B027-F8CEFD15F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data:image</a:t>
            </a:r>
            <a:r>
              <a:rPr lang="en-US" dirty="0"/>
              <a:t>/jpeg;base64,/9j/4AAQSkZJRgABAQAAAQABAAD/2wCEAAkGBxMSEhUTEhIWFhUXFxgXFxgXFxcYFxgXFxgWFhgXFRUYHSggGBolGxUVITEhJSkrLi4uFx8zODMtNygtLisBCgoKDg0OGxAQGy0lHyUrLy0vLy8tLy0tLS0tLS81LS8tLS0tLS0tLS0tLS0tLS0tLS0tLS0tLS0tLS0tLS0tLf/</a:t>
            </a:r>
            <a:r>
              <a:rPr lang="en-US" dirty="0" err="1"/>
              <a:t>AABEIALkBEQMBIgACEQEDEQH</a:t>
            </a:r>
            <a:r>
              <a:rPr lang="en-US" dirty="0"/>
              <a:t>/</a:t>
            </a:r>
            <a:r>
              <a:rPr lang="en-US" dirty="0" err="1"/>
              <a:t>xAAbAAABBQEBAAAAAAAAAAAAAAAFAAEDBAYCB</a:t>
            </a:r>
            <a:r>
              <a:rPr lang="en-US" dirty="0"/>
              <a:t>//EAD8QAAEDAgUCBAMECAUEAwAAAAEAAhEDIQQFEjFBIlETYXGBMpGhBkLB8BQVIzNSc7HRNHKy4fFiY4LCB0NT/8QAGgEAAgMBAQAAAAAAAAAAAAAAAwQAAgUBBv/EAC8RAAICAQQBAwIFBAMBAAAAAAABAhEDBBIhMUETIlEFYRRxgdHwIzKhwZGx4VL/2gAMAwEAAhEDEQA/AKadJJbxliTpJKEEnSSUIR1nECQuqT5ErohQUekwueTvgsJJJLpwSSdJQgySdJQgySdJQgySdJQgySSShBJk6ShBkkklDokkklCHdQjTbdV3YrUCOQrVEi8oBjK5bUtysbV7Y5V8mhgbcC9hwAZPdX6mNJFiqOFeDY8p8yoFkOG353CWzKufIWD8F7CVZkzG/wBEHxtJznGFJhmuLrbK6BCb0OBSTbBajLtpIEUMI9rgeEXTpQtKGNQ6EpTchkkkkQGOkknXSCSSTqEEnTJ1CCVfFWgqcoTmNd0RB9UPJKkXgrYWa6VHXxLW7lRYeqAwFC3UnVK0u+EbKs8jSVds7GHLsOsdIldJmiydGBiSSSUIJJJJQgkkklCCSSSUIQ1a4aQDypmwVVx7JAsoGVXaT6LOnqZxnKKG1iTimEoTPPZD8vxsgtcr4iLLuHUSzTS6JPGoRbGSSSWgKnTFns2YWvk91rsGRBtdZ7PaZcZ7LI1klOe1LkfwR2xtkWFqzvY8Ihiqn7KD81BgQ1xGqyWLriS0bLMlKTdDm1LoH4PEVAZai9GqSLoPWeG/Cbqehjui+61tLkjFXYjmi5cBRjpSfiy0hsS0j1uD/ZUssxo1QVZzSqWsJaL7idrbq2bN6mJyj2uSuPHsnT8lzw/IfNOs7+nN/JSSH4zL/</a:t>
            </a:r>
            <a:r>
              <a:rPr lang="en-US" dirty="0" err="1"/>
              <a:t>wDS</a:t>
            </a:r>
            <a:r>
              <a:rPr lang="en-US" dirty="0"/>
              <a:t>/</a:t>
            </a:r>
            <a:r>
              <a:rPr lang="en-US" dirty="0" err="1"/>
              <a:t>wAh</a:t>
            </a:r>
            <a:r>
              <a:rPr lang="en-US" dirty="0"/>
              <a:t>/Rh8BxJJJehMwdJJJQg6SSShBKOvEXC61jaV06CJEuF5i8Bu5McWQ55Ix4b7LRi30ZytjYJY2wUWDLtQl3K6z2NUaS0+Yg3gix8lzleGLiPJZSnLJPj5HtqjHk07Nl0o6LIELtbKM9jpJk6hBJJJKEEknSUIMknTKEOat2whlEkktKKqqWxUQJ4YuW4NjytKiJuXAeqt02QFK1spEDhWSxwdLsr7pKzmFIygTsu6MTdXy8Btktl10YPauw+PTOStg0OIskykHHqXfhElPRABuu5ZRdpd0cgmmr6sq4zBN4KB1KDgSfkr2PxehxnZBa+bEg29SsRQfk0HJUS1WjTdVjWtZT4CuKpDI/PdEhlbWmCLFFhJLso1fRTydpD9RE+S0GY4tvhREWNuQV3SospsBaJKC59nJLgHU7tkeoNkPPm3RShf3ORi4vkH6Kfb+qSrfpX/AEO+iSSuRezXp0yde0MYSdMncYBPABJjyE2+SrKSirZ1Rb6JKDJP1jv5BRn88fRTPxjadHU4McJlw5AdA3F3C/BtHKqYN7XDTqbIaCTedQF2ge4lJR1SedxfS4/UO8X9NMD1HkYhsnpJAPkJWgwtNv7ao6NDW6dGqznwdgDc6ovNpJU2V06eiqwkeI7qmBLWWJv5lo37EhZLP3tpVP2DwGzfS8udqG5Pa5MQBMniFj6zJLJneNPr/v8AnA7hiowUiznDKrv21ZompJF99jIG4be3uoMsraGEkwVWoZ+7W34dUQ57i8uPGoHV0mLQIVl2Gp1Ww2JAuWlwnzMkifRN6N5FxXQPPtZ1lOb6nEOPKPtMrN5VlDBc7grRMjYLUwb69wnk23wdpJk8pgEOkoMVX0iU1LFtIF90OWSMXTZdQk+iykncAN0y7GcZdHJQcexJJJK5UZRPHUCrVGlKWYYXQA47IGXNCPDfIbHjk+UitmGNa3pHK4wgtvMqtjqAPUVNgagIslNPTzO+Q2XiHBZrgxZS1a50W3Tve0Mug9TGwSALJXVYryNpDOGaUFbLIx5AK7y/EBxuUDOJl19l3iqhZBaqYpctorILZxhARI5Qinl+kdSKYTEmqzzCr4mqeUPLnbfCLxhSOMpwgBLgFZdi4J1+y4wri0TwquNb4lx3Q69SVFr2o7GL1uAkgbTf5KjnlCq5gcG6mM1BpG8TyFFRwNUvbfSyZJ7eau5tXFE9FQvaWwQRuTxKI8aivcim6+mZ7xXeXzST6v8Atn5pIfowO2zfPN1JSp8nZNS0hrA8gFxcSYvIAIB8v9+yVd8ny8tvXzW1g1Kze2PjsSniUOWcP6jGwXL6zarfDDGyHgO6oBYCHdXq0P27IvgMK1tOo+q3bSGnVBBJE/Q7oDisuqeM8EQ1g1PPk7S6HEWtH1CQ1bWSax4pdcP72v8AVBsdqNyX5CzHrpuNht2gdQEW2jZR0sHVgeG4u/7jgBSidg4iXAnlTurB9LSxocx1i24PTcapEBodFhcwu6VeqWhj3EAM0DQYsSSQTvEdvkr5PVnk/pR4pK+f9HFthH3990Wsyr+GSTpfrBDw3S4tPw8thwEWaRwOFlqmBbVe9zREkmIj6CwRrw202ECY7EzHogIzNof07yi49Jjwf3dsrLNLJ0ZvMaOioQjv2RqEyIt3QrPJNQlT5HmJpAiN0OEljyN+C805RDec4sUR07qLIc01uOoqlmtbxW+aJ/8Ax5kni4oS0PaxutwdOn4mjqjexcQOdPaUrk+pemnlfS8Fo4FL2oJ1ce1ombKli81baCtJ9si41aoEPaWNZpIEAAzLI+EiSV5fTedQkrmm+sS1MbSro7k0ixvk0uOxJezU1LJg2dMyUnkBrRMBT5dVpA9N3FamxSmnIX3OMeA0U6YJ08oqKpCzbfYl1TZK5UlJ8XVZyqLZ2Kt0RYiqW25XbsZrYGm8Kq+vMyE1aoGQ5Yc8m6TmacFSobM4PS35JYHDaBfdKniAXy0SpcbiSY4vCLo96bnJcA8yTSimRubqfPAH1UVfByVapARZTtFlqOK22xS25UjOuys6vJT16Y2PCv4moRsuGUNQul44YS/</a:t>
            </a:r>
            <a:r>
              <a:rPr lang="en-US" dirty="0" err="1"/>
              <a:t>tVBXNx</a:t>
            </a:r>
            <a:r>
              <a:rPr lang="en-US" dirty="0"/>
              <a:t>/uIMupxJbsuM2pOAB7q9QwZa0kdyuszdNMDlJTwbsjGIyqIPp1dLRJT0odsoKWXud8Rt2RKhQDRZFx6OTkm+AU8ySpA/NKDyIYDxPZAnUvEBpkkOmRIOw2lbJ+yHVaQb1SI+s9kTVYV3fgHhm+jJfq+r+Sktn47f4GfJOsf1Yj2wizKuXmmXNbqa6LCDUaSOQNwCd0SY/Y27jbbgFvHbzieUquBc6lraHCm0yXyOnS06hMwDeI3urWWYmgxgLWPLzcO0M0t8w1zgXO83d1p6fGsMm4W18eev3FZ3NLdwXv02g+iWv0h/wAGhovYg9QJhrSWj5uQx+YtqA0TUbAqEgCTrcZuREmI0iSYNrK1Wptexz2Nc6o28v3BdY1SLh3F5B8llmZc5xB1G0CCC0EAC1tjuL9ln48c45/Z3fx/P5XkNOXs56Djg2BpeHemw9+6hr1NIlKpV0iXE+5J+pQnNszAYY7L0O/ZD3vkz9u58LgI067ajfVDcXkjYLhxdCMhxLnGJ5R3MMWWMM8pRavFPifYb0ZLlGXdg3GSe6WHwZLlJRrOeYG0rbfZT7JGqRVq9NAXMmNZH3R2b3PrF9kM8owi5vpDEbk6BGRfY6tiurV4dKfjIku8mN59Tb1Xo+Q5RRwFJ8TDoLnvI1EiwHAA345KnxmdUqFOR0saIBiB2Aa3ePbj55fMs2qVKLqryGsc4CkyCHGCAXEA3Bv8vNeR1Us2oT3Oot0l8/v8/Bp4scYfmUc+xAFaxlrri4PJHC84q0y+q5rbdR9rlaZ9R5cXvNyNTjzAkho7AAoFgAC8kc/SStn6Vg28fkL6ydh7CZW57QHPn0RDAZQ2kZC7yelpZvPqiC9djxRpOuTGnN3Qk6SSODEnaJKZS0BeVWTpWWirZRzs+GAUGqYzxOfRGc4aXsM+yz+S0mlxDtwvPKDyTduvk07UYhvJy7UBp3Rl+VTBJsTKr5RUDHEEo66qHBVyZ5RajB9BIY01bBr8I0QNl1UoCICgr1SXR2XTXck/8K2XV5VFWykcME3wUKsTc7JmOHChxUOerNKlay0NDqnkVMV1GJLlBPx2Mw5LomCgbsWNM8KDNq5gM7oe86SATb87qmRuM3JBVzFImxWdACyp4XPb3VfPNEjTueyFU2wboS1GTdZHijVGupZiHmO6uUKrQYcARxPdY+lWi8ojhaz6kE7LmSeTJ0dioxXIe8Wn/C36pKDwwkq/hp/Yt6iJ8tw7Q0fFbYuMn1F4Hsrh091wFWxWHm8rUyxnjj/TrgSg4yfuJsfjTTpy0nkSDBj+y4wFcPYO6GY/Efs4HG6oYXEVAWxZqyMM5etvXyNzitlM0eLw+tpCy2JyqqA4cDZaPE4ssAUeOzP9nMeqd12aCX3F8MX+hnfs3gKmsnYeaO5rg/EEauqFzQra6eptlBiANTTJnZY0m9+6hxPiiH7HZFqrnxZ8NpvH33bhjT3O5PA9l6Pmmcso0xqAaBZjB9AB8r+iC18SygwUaRkgk1HDdzzE3OzRED085WZzTEtc+XuJfwBEgX2B/</a:t>
            </a:r>
            <a:r>
              <a:rPr lang="en-US" dirty="0" err="1"/>
              <a:t>PcpTPmeWSj</a:t>
            </a:r>
            <a:r>
              <a:rPr lang="en-US" dirty="0"/>
              <a:t>/AIGseNQV+S5jse/EPlzgGgwG9jE2HJjn5JBpMEkmOTx6Dgf3XOJYxpbU8ItaTsXkPAbAadhy4tMDabcqCtiidJZHJAF5JlobeJ+Iib72Ss8bbRdzoerT1EM0mHbujpAvudhcR/wV1SyNrT0psIymW6zqaxpgS8ODoPSHCOogtBHM+gRWlVDhLSCO4XqfpenhHClJc9/cydVkk52uhUaQaICkSSWwJDpJJ2rpBwLJ6tXw26io6jpkA7G/quavW2DwsnV596cEP4sW2pA/NsxDm9KAYRztZcLSuc1aWON1LlOK0GSJlZ2CWxWxiSsInW2HSb8BaDAYlwYNW54Q/AZi0m7ZKvOMlPabEst8cAcuTYSYV3USeVxmAIEgwpG072XOPZAupq8EHH2s5jySb5QCbV6iEXwNckbIPSc3XC0mErMaA32QtLLjZRfJHm7AueUCSOLhQjBhx32RP7V1Ww0N38kFyxj9ZkmEzhipKvuDyycXZDmODAE7kLO4utJhbPF4YEwTeJhZrN8M1jv6JbNGrt9MvHmirXhrQiOX4slo1CAOe6DNl7gESxDDojt2V8cmvciskugv+mN7pLN+OUlb1SUehJyJTBSMpytee2vd0Ixu+AfjMAHCAYlUMJl/hkNeebFGMfTJAg3CDZ1iiGCUg/SXKX5MZTk+GwjjML4kAXQvOafhho7kArr7N5m+QCLcSrGf4c1Oq4IIP5CDlUcjUwkFSot4DADw7WlWHUKdNzHfE9kEDcB3Ejkixj59jzl1JwazUd4TVHik6HmHiZG4bIkX5Jk37iPVT6k5NRhFJJ+ft+4TTJK5S5+wsVQJDnOfDiST3k3Mk8oczC4cUzLS3Vu4SXl1wJcbn3sduVS/TSasTMusPor2YP1teGw9jW3aJHLryOWlrZHYk90nKePDFRxRq+322XuU3cmU8Tjg9g8R2uYBIESQBBmY1aWxcHe8wqX6U01AWPiBqcXd9QBA0+1/VcYWl4bmPfdrgToAIl7fhbb/ADH5KvVrTUdWeA6IntJFhbtp990OOO7tl7C2k1Ip0mywOl8PJaS5sAzxAkeaM5dhDTbBdPtpAHk0e6oZLmAeXEM0AkAhuoAl0WDduLnewRHCYkvLhEQfeIkErc+nYscI237n9/AjqJSbpdFpOmTwtYUEu6AuuF3TMXmPzMeqDnyrHjcmExQcpJD46Znaw8uENoZgGvh2ysVsRqqCTPH5H53QbMaQFTy3XmJT3cmt0uB/</a:t>
            </a:r>
            <a:r>
              <a:rPr lang="en-US" dirty="0" err="1"/>
              <a:t>tTSY</a:t>
            </a:r>
            <a:r>
              <a:rPr lang="en-US" dirty="0"/>
              <a:t>/qaEEY2ImwR2tV2ESq+GwYe86rdgrYm+EVky5lNVjQI5+aNU2F2wVX9EZ0kMA0ophmQAe9/KxiFueo8GHdP9EI7VknSInAtPmh+OxUm6IucQ66gxOHb8RWPk1KnLcPLFSozowpDtSv08bpsVfrsEbIPjHi/kjY8ijcovkHKN8MKGkyrBPCnNFrGzCAZXjxqjdGjWDzB4AMG0zMCfZdw5nGVt8EmlRBj6YfUbpbuIgOjYm9/KFlc0YS9xIJGogGDcA7+a07ce06gXQAOW7yB0g/iN5juqhq03STe1jx6eS7i25Vy+b/lnJ3HozFGoBUEeiNF7Q0k8oW7LnPqEtsJRAZdLLvTeLdTVAZpAf9Ib2SV/9UDukubJHd0TYhQ4mo74WmOfX0U4auKT2mruJaC0NdY9cQW/Iz6In1DJCME5dWC06dsA43F1Gyg9TEmoIf3WpzXB67hpA891lsZhXUyC4dMrNWLJFea/0MWmO7EGmAZhabIMw8ZpLxICGYbA0q7KkscXNaHNIH0jzT4ACjTLmmO7SiZMksadPnoijaVoLVc1AM3NMRqAiQb3E7CAPlxyLr45z3FzGGaYIBcCTpGk732a76goc2uH63gGbRcR5yCL/MKzgW1AIAlrpOxJkWF27xAOl34rLlF8uTDXZPTpUn1BqZpMiXXAsCT0COolht9CuqDyajnOIMMcZmztLB8IiCY4I5Erp2MYKkEaySD3AeC5osRuGxO7Z72XOLl4D6b2hjXQ0EmSZnqHwlxPHleyErl3/k6RA6n6WgmnIDXEgaWA6iGyLHU1wmNm+qTMrlhkiA+4JIBPAAi4ABv2902BpOLBDQynpBLid3Els+ktInzINii7qRpsD/Fl1P8AaNMmHQHgAMuAdR97WurydPhkbsrYeq2lLYaGAxIdBLix0TeTFxxAO9wFZpVXeG50OBJOkuG9res+gQM4dzSwmXt6C5t3OJu6odQgNF3SbRYSjGMzUPplkAA1A8NaRI7ARwiwyTxO4vl8foVcVJchbA04Y3VG3GygfmrDVNMDaPz9EjUBpta0rOZyHsxDX2ANpE+kP7rR/Gzck30vAH0kk0bAvHIUNag5zCW7i/n6KjVxGmk2DqIA9bCJXeGzYsAkboOXWympKrTCRxJNPyCqxc0TsqeKql0GUezfCmpTloN+3usvSplpLDc/mErjSaCsMZXiW83I/MojhRLiYhZvLm6agl1p2WpZiWmwK1tDginvkxTPN1SRYngXcBMfOPayjbW8RrXAQAZjgHn+gVXEY4trATAgC0DVYkAnc3B+YU9PDAVC1khpAcR2mZj5JfXZMmRO+k/074L4IxRexVYGnMIUMx1WRDFsAZpG/Cx7app1C0pBLcNNmgxGJkWQrGYc6SQunYmLwuWZiDIPKJGANsq5WWsdcj89lPmNVpqdBltpEzeIP1lVauAk65ufonNNrIJNhaOTyCPaEVzUoqBVrmzvMHSAJgk/n2su8LhdLCSQfTlQ1sE5zGuOwvM38h5KoK5u0H1RcPsdSRWTtcE2HzSJASpOeQYnv7FUcOzqgfNbTJqf7OXNFhC7LUbYo7HHuZnfHd2PySWj8Afw/VJB/GzL+hEt4MEElxhrSDPqbWVjPMNRcWGRZxD5gWLQ+PSSL+aq1qJ3Jhv3hwR5oJicwc6W02S64YCAYkiIneRp9LqfUPUU1G1t7X/oPE01dB/UKga1hAu0DlonieY29lR+0lGmwimbmLnib7eVlRpZtU0aKjtJ1AkNAEObPIE7k2FlarClomNQ3LZ3HN+6Hh1mSD9ztfBJY4tfcg+zmulWY4N1Un6muIEwYMSucVl76ri4NEGfY9iO8Qif2fcyiA+nULqbzBpu+47vO/ZUzjiarW2kObrIMDkE3sbCduQqZs++e5IJGKUEgT+r3l3htbDjPTIEwJi/Mf2XGGY+k5zKjSGwHXE9QIiJMOFzIF7K9XNWrUY9j2M1Plpdc6QJkgtI2M37FEMXj3AuFXSWBkamtZBcQ1urT1TMb8FDnN9fJKVGNxNO5Ib0uMwRBETJE7iA4R3IVrAvY5rwdQ+GzdMTcucdVo25AE7WVzE4Z+mqG3ZMGYmGmdbSYm4LZ5AVHAloc3WW6NYBgCZcWtnT2gEx6jZWXKo5QeGOBwnw31ANAd0l0w5gEk6dBcS6eJ5Cjo0/Fe2nUeXNa2AQ3aIAAIiRLvomwmF0AFxl50tHTqcNmAi+9x5eSKZfRMl7pGmWtm/SIDb82g+6JlwrGlfbJD3OgYaRY8jQALCNMCGXAAHNz+MyYrsyMh4c0kSSfQbx8lomYwOJBbJVvx26QDY2ugKW0JtQPZ4bGloY4l0Q6bNjefUoPXwNSqSBxz/ytLnGXuFPUx0kj8QZt6Kth8SAwT8UCYRIZajfkq488gzDZU9g3tvB8grGHwhqG/CsZnmgLIZuN0OwmNeLAzKrubLUkETiNINObALM0HE1XHcbK5jq+mXFA/HMHTMlEguKKtkePxMVJCJZI8udJKGYXLn1HX3WqyvLQxaWm08m030LZMiSL+KoB7L7i7T2cLgqPKMST1vJLnCziI2DWgDv976Ijh6PiB+lwltiObxEcTcFVcIPCLA5pLQ3S0nki0R+dlNfkjJpw57v7HdPFpPcSYguBm9/JB83yqevlanMsYwtFll83zBxiBZZTtu4jPgpNJ0RF/wQ3FWv57qTEYtw43UtTCOqNkTbj+3tCLCLZVg05ifVXaDmVTpaHfDIJ/i522ah1LCl1XRMSYWowuXsZMOkmx/2TmLC++kClKuDlrSaZb2WfxWGdPSDutDi3aW2VahmrI0xdVlnU5O0dUKRQpYJ7Ga49UZw1WqKYMyOymw+ZMNLQ+JUFN9xTB328klOW50gq4H/AFg7snVv9VN/jSXNpamFmVmsLnP62AOtYuJ4bHJ49ih+Cw4qA1AzR2Ftu5A/2TNzF7WChS8NlMHciNUnUXSJ4gQJNldqvdTYHOId/EeHDj8EWOFzUpPwv+QUppUkZXNf2bvhIBuDEAg8rvKS50ke07E9h5ojmLPGJaA5wdBI20x/D5dlxgsEWBtM1elry5o57w72Sjkttna5D2FwQpi50h8AyYggX9Fnc0oh9VlNp+F4LnSNQngvBMjYg9yu8dmbSA0FxeRBBP3pN/lCgeWaQKr2MIDml1+QHDUQDPMCPkq3Jvk7x4JsSwl1NlOmaoGoaZFiIm3A62jzIVfEh9N7CGCWmYcZu2QAQ2AYteOOUKo5lUY7UKhYAII5c2CQI4BkbLS5SPHlz7dgBbaTv6Iq9ruRO+AL4z3sfUsXhwLyBoYGnUWnQAA0MJOx+aGYph1l8XEarfeMGYnuN+ZRzNj4L3N09DoiCRwQZuLEOdI2uO1xdam7RrFOG6SCd506oI+W+xgnlMKuzhZqY81QwS0MkDnXIgO23F5g/</a:t>
            </a:r>
            <a:r>
              <a:rPr lang="en-US" dirty="0" err="1"/>
              <a:t>wAIWpwTDTpieoQN</a:t>
            </a:r>
            <a:r>
              <a:rPr lang="en-US" dirty="0"/>
              <a:t>/Tc+qwuHOlwcIDXQ11wZMC8O2B7xuPJajB5lWqsDWMDWwIJPz6fzv3BCFmbZaFEVPGRVI2CKnFNLYeR5IFWJggtlwPCtNrtqU4LSD5obVnbLlTNtmA2VqpWYGy6AsbXqaXQN0bwzA9gn+v0XNtETLb3UombkFA8Q/wAO7TzZd5nTLrAxG3dQswbmdVX4foSbgeoRYxTpEs58UPEk+qlfhZaCwQmwlIHU8fDwPRXsjql7i10AAp7DihaTYCcn4RNktAatP3/YDaRujdR5pguBbaTEwHHYX7c9kNzl7KTg9rCXM+I2u0jj5x80AOY1jOkbtgzfeIHYGxPzXc2plteKPK55KxgrUn2aPPXN8MVMO4i8VBP3SLGw2E78yh+W5gHO6jI+6Ow9d5V0A/oz2MbBNgYuSGaye0f3Cx3iGm6XC/naPZKyVt83fkMnSNtjKvI2QXFg1HCIibjv5Dy81Fh8yJBG5IMc3i1kbyzD28WoD4hEGBAHlHOymDFb5dElL4ATsK2esD2MD3BupTiTTZYSLqL7QVL2sqdDHFzdESUwsqrhclVGnyyHKml9RzkWwOHcS4km11WyGlpc+RyiIxJYD2urZH7CV7ijia2uQDshgw7pJCmw9UBxtuV1TLnPgWbNyl1F1wXdHVHDEAl2+6hp41wBjccrU1RTpMtL3kWCzNPCl0gC5kn17BV27eZE6Of1of8A9CmXH6md/Cku7oE5NXk9Bxc1+oEARbbptBE8d1ezPGtFnXa+RHnsC0ob9l/3L/8Az/FV84/wlP8Amn/UUq5S33ZzwRZfjHtNVjgZ1C/Okb/1V7FxSpve1xl5DYAktcb3ME+w7qvkn+JPt/</a:t>
            </a:r>
            <a:r>
              <a:rPr lang="en-US" dirty="0" err="1"/>
              <a:t>qaiI</a:t>
            </a:r>
            <a:r>
              <a:rPr lang="en-US" dirty="0"/>
              <a:t>/</a:t>
            </a:r>
            <a:r>
              <a:rPr lang="en-US" dirty="0" err="1"/>
              <a:t>ct</a:t>
            </a:r>
            <a:r>
              <a:rPr lang="en-US" dirty="0"/>
              <a:t>/n0PxVZu+GdSB9ehqDXmxLQ3Tpl7qs9Ukja0z2K4rtD2N1uOkvAIDYaZAl7nRrtBsO2yM4v/Ft/P3Kiq5zu3+b+IUi6aottAuJy5rK9OkIIaWh1xBcBLZm3USPnC0GWVKcOq9DGtMaIDpB2FtpvzaEMr/</a:t>
            </a:r>
            <a:r>
              <a:rPr lang="en-US" dirty="0" err="1"/>
              <a:t>vz</a:t>
            </a:r>
            <a:r>
              <a:rPr lang="en-US" dirty="0"/>
              <a:t>/mw/9Aq+J+Kt/MqLsuaI+GT5wdTxVBdc3Jg9U8Rx2UOOoPeTouGzvfTYFwFxN+/n2U2F/eUf5rP9TUvtv9z/ADfgExvqKjX6lNvbMq+ZI+EC4nysYniZjlX8pzR1PT1aWbEx0721RuN0KpfvB7/0K7/+r2b+CMsaldlW6YfGL1Eupu1fOI8uVZwup8zE8BZTKf3jfVbDCfEPX8UrOCi6QRclAYYtqEmO3nCnw7i6ppDoC6zb4h6BCqHxf+RV10ToMZtg3DTpMkkbLp79VKpqB6XAN1WNxH4H5+StM3p/nsu88+Gl6lEcKpo6DaGXuFHpJj+9yqdKm+k6bnfZaOn+6HoFWxXwJdZHuOUQHNTUYS4yXDS6wkwYGodoP0XTMbSo0nADqIj/AJ7oZjvu+h/q5Vs02RNlNorZLh88eJ87Rz7dtkJrVNTiSlz7JnbIiRyy1h8SWlpBgtMiLGfVbnLMeSwF115wN1u8D+6b6IeUvAWcYZtUF3kslQd4dQyLLXj4R7rM5tv7qY2yS+Sxh8SHGyuswmoEztdAcB8S0mC+ByawrdOmUm+ACcKRLnWE2CfE4h7WgRDTCuZju31Ueefu2+iG206OsG08Udw488/RX8DmJYLNk90FHwolhP8A1/BRxTfJywl+s39kyCJLlQ+DvJ//2Q==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771BD-0BCA-1844-0218-5364899F2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7205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1A90A-2E7F-3494-69AA-2ADBBE132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FEECF-66AD-F862-C17F-60E924DBE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FEE87-7789-6B86-D39D-D6B91C594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https://cdn.mos.cms.futurecdn.net/B8yswTP4sxA9mQGHWvxfwP.jpg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0E768-A66B-CA56-F359-1A6D00648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8662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C5A8A-4CE9-4433-0C3A-A6D12144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93846-FD51-23B8-6D4C-3AE5814C7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D67C2-992E-D5CA-DDA6-D3E34B87C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https://frankrumpenhorst.com/wp-content/uploads/2015/01/darkbird.jpg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1AA37-3D75-5CFC-2BCF-DC08F0A99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545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8211C-7318-78DE-684B-025D7AC2C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1B19C9-4E40-5FFD-1F5E-6D2051AE9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896670-94D1-DA2E-0FF6-8FBB43A57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https://media.istockphoto.com/id/532020093/photo/bird-moving-wings-with-motion-blur.jpg?s=612x612&amp;w=0&amp;k=20&amp;c=MmkKV2h-t11J3sZfxRxyrb8yqP0GyjbWQb8RBabq8zk=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030C1-7020-FD05-A765-39F379DDB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5730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C6107-7636-1879-473C-AF3C37F97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700CE-1E67-C777-EFAC-D4C8DC5A1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8CB63-BB7E-0B6B-8192-688C6425A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https://images.fineartamerica.com/images/artworkimages/mediumlarge/2/a-camouflage-bird-jian-xu.jpg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84979-3A62-F3EC-34D9-83267FEDF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9788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97AAD-B11B-2CC8-582C-EC39E3010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EC7E8-EF68-094D-90CE-3AD8DE99A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29ACF-71E1-74AA-E460-9E044DB60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https://static.vecteezy.com/system/resources/previews/010/282/151/large_2x/clear-sky-pictures-bright-sky-background-cloudless-sky-free-photo.jpeg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21E51-B51C-BD44-99D5-25653F8B1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00069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ADFF-666D-7A03-897A-B6E90DE0B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391E5-B504-5104-8CBE-5B5D43853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3D264-D801-DEBE-2B50-CE08514A3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https://www.rochesterfirst.com/wp-content/uploads/sites/66/2021/04/sky-1107579_1920.jpg?w=1280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1B657-DF8A-0BAF-1369-238DA342D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3778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A1110-41C4-D939-058D-E52D92D5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87FC6-8504-A767-9683-61E939E88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7B9F9-A9B5-A0A7-2BAC-BF353855D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https://www.nationalforests.org/assets/header-images/_1200x630_crop_center-center_82_none/White-River-National-Forest_John-Rudy_7724.jpg?mtime=1694440032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F42E3-A8EA-9DC4-4A11-3A64B4B35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8529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6C99E-C3F4-BC1F-AD77-3DBBEA39E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D96DF-90A1-A1AD-C1B1-527100BB9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8648D-7F85-33A9-3DB1-9E1D8C08E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https://images.pexels.com/photos/29163121/pexels-photo-29163121/free-photo-of-twilight-urban-scene-with-dramatic-cloudscape.jpeg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AC6C4-2763-578D-1733-5D66B5A7F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3260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5F91-0E32-25EF-0090-C0B90243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E4361-10CA-1769-7C27-5E49CD402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2D8CA-B641-73BB-569C-BCF690B9D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https://lh3.googleusercontent.com/ALJcVqrsdkiiYhKg6AYOar8RwuKSDnax2hIbwfFw2eO5RGJx4xFAYyhL_FJik_Ol2olsOcnbU0K83PogNt59LFxIS0Kam5WcXuS-ciE9OW1ub7O-q-WDUQMVlGvv3OnUq6EB6-Tu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97E48-E3CD-F9A7-E05E-B6567D894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5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0D8BF-F2C9-0A8F-12FB-860270374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68592-2C12-87BF-C425-122DB3B26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740B0-8018-DDB9-19A6-1C63C2648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https://images.nationalgeographic.org/image/upload/t_RL2_search_thumb/v1638886345/EducationHub/photos/moon-and-venus.jpg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45A93-CFB0-FCE8-CBAF-370DF133A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271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B77FD-34FA-0DDC-D484-907B70A4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6166D-5AEF-D8B6-45AB-F612E1DF7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2F187-33E3-A4C9-08A1-0BD46A35D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https://www.hapticlab.com/cdn/shop/files/DiamondKiteRose_AltairDiamondKiteinsky_HapticLab.jpg?v=1740677150&amp;width=2000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BCEAA-F3C1-F0A0-3A1E-C711CB0B0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8537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A1742-D315-3064-20F3-E2F7A3EC0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0C5FE-9353-0E57-0EEC-CD4A722CE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625C1-52D8-1A24-F4B9-62BF324AA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https://images.pexels.com/photos/680257/pexels-photo-680257.jpeg?auto=compress&amp;cs=tinysrgb&amp;dpr=1&amp;w=500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F0669-8832-BD53-8ED6-484727742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0666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D653E-BBAF-6D0B-595B-71C198E8F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C4BEC-776B-88F5-49D6-CF1C51841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C9FFB-AB04-7610-222A-B46C5A0EE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https://easbcn.com/wp-content/uploads/2025/03/30087639.jpg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09F73-3E1B-B76C-5F52-07B023067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3779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535CC-60EF-B760-AF66-B60D20152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9942A-E4BC-0E6A-EA86-A8493C416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010F1-4852-44F9-F790-6CB9EDDD8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https://cdn.mos.cms.futurecdn.net/oBEgKmDV9rG2CNoRxcEthN-1920-80.jpg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DB021-A4B5-E11A-AFD4-48C005F96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6325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BD96D-7B92-27DF-CC40-D4F2979F6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D28E1-77DA-D790-C664-F78D436F7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1B838-4388-E3CA-81DC-AF47C8AD0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https://www.pennington.com/-/media/Project/OneWeb/Pennington/Images/headers/secondary-category/About_WildBird-mobile.jpg?h=330&amp;iar=0&amp;w=480&amp;hash=85A6611B4C76F416ED8CF1BE1FC2BA0E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AA86C-2AA7-D28D-F626-5E58BED0C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3195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4FCBF-22A2-D00E-6588-AA758DC0C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DFC75-E5B0-8BAD-1280-1208DDA67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1A2B8-F523-0CCE-AB85-FE4F21CEF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https://michaelqpowell.com/wp-content/uploads/2013/01/eagle2_blog.jpg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EDAD0-8AAE-865F-04C4-9B2CF9731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8922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AAFBF-8B35-6121-3140-BA9F27C4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1FCD8C-3E61-374E-9E02-CC8616BB3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4A728-E59F-581F-A8B4-F6E6679D5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https://underclearskies.com/wp-content/uploads/2011/05/mystery.jpg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E476C-7EC9-768D-C062-597200EAA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2513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7A8EB-8B5F-2EFB-EC52-651312285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A9989-B4E0-8AD0-3E3F-C055F9422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0D0C1-1D14-8125-E88B-21229A775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https://media.baamboozle.com/uploads/images/741515/1667127604_65545.jpeg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ECD59-9E96-AB2C-54E7-36A05E09E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0334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71877-1C78-E95D-6EBF-4AF727780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D5929-C4D7-5808-7B3F-C41CD8AC1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54A26-1677-4FCC-A365-3AE80B41A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https://lonelybirder.org/wp-content/uploads/2019/09/red-whiskered-bulbul_01_obscured.jpg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EB2AD-6862-ABB1-F292-EF078F91A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0353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503F1-DF64-F187-1896-98DC93EF5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E79B4-A4CE-0024-FDAD-C37F6F750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11DA2-0A3A-2326-1879-F76DB3628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data:image</a:t>
            </a:r>
            <a:r>
              <a:rPr lang="en-US" dirty="0"/>
              <a:t>/jpeg;base64,/9j/4AAQSkZJRgABAQAAAQABAAD/2wCEAAkGBxMSEhUTEhIWFhUXFxgXFxgXFxcYFxgXFxgWFhgXFRUYHSggGBolGxUVITEhJSkrLi4uFx8zODMtNygtLisBCgoKDg0OGxAQGy0lHyUrLy0vLy8tLy0tLS0tLS81LS8tLS0tLS0tLS0tLS0tLS0tLS0tLS0tLS0tLS0tLS0tLf/</a:t>
            </a:r>
            <a:r>
              <a:rPr lang="en-US" dirty="0" err="1"/>
              <a:t>AABEIALkBEQMBIgACEQEDEQH</a:t>
            </a:r>
            <a:r>
              <a:rPr lang="en-US" dirty="0"/>
              <a:t>/</a:t>
            </a:r>
            <a:r>
              <a:rPr lang="en-US" dirty="0" err="1"/>
              <a:t>xAAbAAABBQEBAAAAAAAAAAAAAAAFAAEDBAYCB</a:t>
            </a:r>
            <a:r>
              <a:rPr lang="en-US" dirty="0"/>
              <a:t>//EAD8QAAEDAgUCBAMECAUEAwAAAAEAAhEDIQQFEjFBIlETYXGBMpGhBkLB8BQVIzNSc7HRNHKy4fFiY4LCB0NT/8QAGgEAAgMBAQAAAAAAAAAAAAAAAwQAAgUBBv/EAC8RAAICAQQBAwIFBAMBAAAAAAABAhEDBBIhMUETIlEFYRRxgdHwIzKhwZGx4VL/2gAMAwEAAhEDEQA/AKadJJbxliTpJKEEnSSUIR1nECQuqT5ErohQUekwueTvgsJJJLpwSSdJQgySdJQgySdJQgySdJQgySSShBJk6ShBkkklDokkklCHdQjTbdV3YrUCOQrVEi8oBjK5bUtysbV7Y5V8mhgbcC9hwAZPdX6mNJFiqOFeDY8p8yoFkOG353CWzKufIWD8F7CVZkzG/wBEHxtJznGFJhmuLrbK6BCb0OBSTbBajLtpIEUMI9rgeEXTpQtKGNQ6EpTchkkkkQGOkknXSCSSTqEEnTJ1CCVfFWgqcoTmNd0RB9UPJKkXgrYWa6VHXxLW7lRYeqAwFC3UnVK0u+EbKs8jSVds7GHLsOsdIldJmiydGBiSSSUIJJJJQgkkklCCSSSUIQ1a4aQDypmwVVx7JAsoGVXaT6LOnqZxnKKG1iTimEoTPPZD8vxsgtcr4iLLuHUSzTS6JPGoRbGSSSWgKnTFns2YWvk91rsGRBtdZ7PaZcZ7LI1klOe1LkfwR2xtkWFqzvY8Ihiqn7KD81BgQ1xGqyWLriS0bLMlKTdDm1LoH4PEVAZai9GqSLoPWeG/Cbqehjui+61tLkjFXYjmi5cBRjpSfiy0hsS0j1uD/ZUssxo1QVZzSqWsJaL7idrbq2bN6mJyj2uSuPHsnT8lzw/IfNOs7+nN/JSSH4zL/</a:t>
            </a:r>
            <a:r>
              <a:rPr lang="en-US" dirty="0" err="1"/>
              <a:t>wDS</a:t>
            </a:r>
            <a:r>
              <a:rPr lang="en-US" dirty="0"/>
              <a:t>/</a:t>
            </a:r>
            <a:r>
              <a:rPr lang="en-US" dirty="0" err="1"/>
              <a:t>wAh</a:t>
            </a:r>
            <a:r>
              <a:rPr lang="en-US" dirty="0"/>
              <a:t>/Rh8BxJJJehMwdJJJQg6SSShBKOvEXC61jaV06CJEuF5i8Bu5McWQ55Ix4b7LRi30ZytjYJY2wUWDLtQl3K6z2NUaS0+Yg3gix8lzleGLiPJZSnLJPj5HtqjHk07Nl0o6LIELtbKM9jpJk6hBJJJKEEknSUIMknTKEOat2whlEkktKKqqWxUQJ4YuW4NjytKiJuXAeqt02QFK1spEDhWSxwdLsr7pKzmFIygTsu6MTdXy8Btktl10YPauw+PTOStg0OIskykHHqXfhElPRABuu5ZRdpd0cgmmr6sq4zBN4KB1KDgSfkr2PxehxnZBa+bEg29SsRQfk0HJUS1WjTdVjWtZT4CuKpDI/PdEhlbWmCLFFhJLso1fRTydpD9RE+S0GY4tvhREWNuQV3SospsBaJKC59nJLgHU7tkeoNkPPm3RShf3ORi4vkH6Kfb+qSrfpX/AEO+iSSuRezXp0yde0MYSdMncYBPABJjyE2+SrKSirZ1Rb6JKDJP1jv5BRn88fRTPxjadHU4McJlw5AdA3F3C/BtHKqYN7XDTqbIaCTedQF2ge4lJR1SedxfS4/UO8X9NMD1HkYhsnpJAPkJWgwtNv7ao6NDW6dGqznwdgDc6ovNpJU2V06eiqwkeI7qmBLWWJv5lo37EhZLP3tpVP2DwGzfS8udqG5Pa5MQBMniFj6zJLJneNPr/v8AnA7hiowUiznDKrv21ZompJF99jIG4be3uoMsraGEkwVWoZ+7W34dUQ57i8uPGoHV0mLQIVl2Gp1Ww2JAuWlwnzMkifRN6N5FxXQPPtZ1lOb6nEOPKPtMrN5VlDBc7grRMjYLUwb69wnk23wdpJk8pgEOkoMVX0iU1LFtIF90OWSMXTZdQk+iykncAN0y7GcZdHJQcexJJJK5UZRPHUCrVGlKWYYXQA47IGXNCPDfIbHjk+UitmGNa3pHK4wgtvMqtjqAPUVNgagIslNPTzO+Q2XiHBZrgxZS1a50W3Tve0Mug9TGwSALJXVYryNpDOGaUFbLIx5AK7y/EBxuUDOJl19l3iqhZBaqYpctorILZxhARI5Qinl+kdSKYTEmqzzCr4mqeUPLnbfCLxhSOMpwgBLgFZdi4J1+y4wri0TwquNb4lx3Q69SVFr2o7GL1uAkgbTf5KjnlCq5gcG6mM1BpG8TyFFRwNUvbfSyZJ7eau5tXFE9FQvaWwQRuTxKI8aivcim6+mZ7xXeXzST6v8Atn5pIfowO2zfPN1JSp8nZNS0hrA8gFxcSYvIAIB8v9+yVd8ny8tvXzW1g1Kze2PjsSniUOWcP6jGwXL6zarfDDGyHgO6oBYCHdXq0P27IvgMK1tOo+q3bSGnVBBJE/Q7oDisuqeM8EQ1g1PPk7S6HEWtH1CQ1bWSax4pdcP72v8AVBsdqNyX5CzHrpuNht2gdQEW2jZR0sHVgeG4u/7jgBSidg4iXAnlTurB9LSxocx1i24PTcapEBodFhcwu6VeqWhj3EAM0DQYsSSQTvEdvkr5PVnk/pR4pK+f9HFthH3990Wsyr+GSTpfrBDw3S4tPw8thwEWaRwOFlqmBbVe9zREkmIj6CwRrw202ECY7EzHogIzNof07yi49Jjwf3dsrLNLJ0ZvMaOioQjv2RqEyIt3QrPJNQlT5HmJpAiN0OEljyN+C805RDec4sUR07qLIc01uOoqlmtbxW+aJ/8Ax5kni4oS0PaxutwdOn4mjqjexcQOdPaUrk+pemnlfS8Fo4FL2oJ1ce1ombKli81baCtJ9si41aoEPaWNZpIEAAzLI+EiSV5fTedQkrmm+sS1MbSro7k0ixvk0uOxJezU1LJg2dMyUnkBrRMBT5dVpA9N3FamxSmnIX3OMeA0U6YJ08oqKpCzbfYl1TZK5UlJ8XVZyqLZ2Kt0RYiqW25XbsZrYGm8Kq+vMyE1aoGQ5Yc8m6TmacFSobM4PS35JYHDaBfdKniAXy0SpcbiSY4vCLo96bnJcA8yTSimRubqfPAH1UVfByVapARZTtFlqOK22xS25UjOuys6vJT16Y2PCv4moRsuGUNQul44YS/</a:t>
            </a:r>
            <a:r>
              <a:rPr lang="en-US" dirty="0" err="1"/>
              <a:t>tVBXNx</a:t>
            </a:r>
            <a:r>
              <a:rPr lang="en-US" dirty="0"/>
              <a:t>/uIMupxJbsuM2pOAB7q9QwZa0kdyuszdNMDlJTwbsjGIyqIPp1dLRJT0odsoKWXud8Rt2RKhQDRZFx6OTkm+AU8ySpA/NKDyIYDxPZAnUvEBpkkOmRIOw2lbJ+yHVaQb1SI+s9kTVYV3fgHhm+jJfq+r+Sktn47f4GfJOsf1Yj2wizKuXmmXNbqa6LCDUaSOQNwCd0SY/Y27jbbgFvHbzieUquBc6lraHCm0yXyOnS06hMwDeI3urWWYmgxgLWPLzcO0M0t8w1zgXO83d1p6fGsMm4W18eev3FZ3NLdwXv02g+iWv0h/wAGhovYg9QJhrSWj5uQx+YtqA0TUbAqEgCTrcZuREmI0iSYNrK1Wptexz2Nc6o28v3BdY1SLh3F5B8llmZc5xB1G0CCC0EAC1tjuL9ln48c45/Z3fx/P5XkNOXs56Djg2BpeHemw9+6hr1NIlKpV0iXE+5J+pQnNszAYY7L0O/ZD3vkz9u58LgI067ajfVDcXkjYLhxdCMhxLnGJ5R3MMWWMM8pRavFPifYb0ZLlGXdg3GSe6WHwZLlJRrOeYG0rbfZT7JGqRVq9NAXMmNZH3R2b3PrF9kM8owi5vpDEbk6BGRfY6tiurV4dKfjIku8mN59Tb1Xo+Q5RRwFJ8TDoLnvI1EiwHAA345KnxmdUqFOR0saIBiB2Aa3ePbj55fMs2qVKLqryGsc4CkyCHGCAXEA3Bv8vNeR1Us2oT3Oot0l8/v8/Bp4scYfmUc+xAFaxlrri4PJHC84q0y+q5rbdR9rlaZ9R5cXvNyNTjzAkho7AAoFgAC8kc/SStn6Vg28fkL6ydh7CZW57QHPn0RDAZQ2kZC7yelpZvPqiC9djxRpOuTGnN3Qk6SSODEnaJKZS0BeVWTpWWirZRzs+GAUGqYzxOfRGc4aXsM+yz+S0mlxDtwvPKDyTduvk07UYhvJy7UBp3Rl+VTBJsTKr5RUDHEEo66qHBVyZ5RajB9BIY01bBr8I0QNl1UoCICgr1SXR2XTXck/8K2XV5VFWykcME3wUKsTc7JmOHChxUOerNKlay0NDqnkVMV1GJLlBPx2Mw5LomCgbsWNM8KDNq5gM7oe86SATb87qmRuM3JBVzFImxWdACyp4XPb3VfPNEjTueyFU2wboS1GTdZHijVGupZiHmO6uUKrQYcARxPdY+lWi8ojhaz6kE7LmSeTJ0dioxXIe8Wn/C36pKDwwkq/hp/Yt6iJ8tw7Q0fFbYuMn1F4Hsrh091wFWxWHm8rUyxnjj/TrgSg4yfuJsfjTTpy0nkSDBj+y4wFcPYO6GY/Efs4HG6oYXEVAWxZqyMM5etvXyNzitlM0eLw+tpCy2JyqqA4cDZaPE4ssAUeOzP9nMeqd12aCX3F8MX+hnfs3gKmsnYeaO5rg/EEauqFzQra6eptlBiANTTJnZY0m9+6hxPiiH7HZFqrnxZ8NpvH33bhjT3O5PA9l6Pmmcso0xqAaBZjB9AB8r+iC18SygwUaRkgk1HDdzzE3OzRED085WZzTEtc+XuJfwBEgX2B/</a:t>
            </a:r>
            <a:r>
              <a:rPr lang="en-US" dirty="0" err="1"/>
              <a:t>PcpTPmeWSj</a:t>
            </a:r>
            <a:r>
              <a:rPr lang="en-US" dirty="0"/>
              <a:t>/AIGseNQV+S5jse/EPlzgGgwG9jE2HJjn5JBpMEkmOTx6Dgf3XOJYxpbU8ItaTsXkPAbAadhy4tMDabcqCtiidJZHJAF5JlobeJ+Iib72Ss8bbRdzoerT1EM0mHbujpAvudhcR/wV1SyNrT0psIymW6zqaxpgS8ODoPSHCOogtBHM+gRWlVDhLSCO4XqfpenhHClJc9/cydVkk52uhUaQaICkSSWwJDpJJ2rpBwLJ6tXw26io6jpkA7G/quavW2DwsnV596cEP4sW2pA/NsxDm9KAYRztZcLSuc1aWON1LlOK0GSJlZ2CWxWxiSsInW2HSb8BaDAYlwYNW54Q/AZi0m7ZKvOMlPabEst8cAcuTYSYV3USeVxmAIEgwpG072XOPZAupq8EHH2s5jySb5QCbV6iEXwNckbIPSc3XC0mErMaA32QtLLjZRfJHm7AueUCSOLhQjBhx32RP7V1Ww0N38kFyxj9ZkmEzhipKvuDyycXZDmODAE7kLO4utJhbPF4YEwTeJhZrN8M1jv6JbNGrt9MvHmirXhrQiOX4slo1CAOe6DNl7gESxDDojt2V8cmvciskugv+mN7pLN+OUlb1SUehJyJTBSMpytee2vd0Ixu+AfjMAHCAYlUMJl/hkNeebFGMfTJAg3CDZ1iiGCUg/SXKX5MZTk+GwjjML4kAXQvOafhho7kArr7N5m+QCLcSrGf4c1Oq4IIP5CDlUcjUwkFSot4DADw7WlWHUKdNzHfE9kEDcB3Ejkixj59jzl1JwazUd4TVHik6HmHiZG4bIkX5Jk37iPVT6k5NRhFJJ+ft+4TTJK5S5+wsVQJDnOfDiST3k3Mk8oczC4cUzLS3Vu4SXl1wJcbn3sduVS/TSasTMusPor2YP1teGw9jW3aJHLryOWlrZHYk90nKePDFRxRq+322XuU3cmU8Tjg9g8R2uYBIESQBBmY1aWxcHe8wqX6U01AWPiBqcXd9QBA0+1/VcYWl4bmPfdrgToAIl7fhbb/ADH5KvVrTUdWeA6IntJFhbtp990OOO7tl7C2k1Ip0mywOl8PJaS5sAzxAkeaM5dhDTbBdPtpAHk0e6oZLmAeXEM0AkAhuoAl0WDduLnewRHCYkvLhEQfeIkErc+nYscI237n9/AjqJSbpdFpOmTwtYUEu6AuuF3TMXmPzMeqDnyrHjcmExQcpJD46Znaw8uENoZgGvh2ysVsRqqCTPH5H53QbMaQFTy3XmJT3cmt0uB/</a:t>
            </a:r>
            <a:r>
              <a:rPr lang="en-US" dirty="0" err="1"/>
              <a:t>tTSY</a:t>
            </a:r>
            <a:r>
              <a:rPr lang="en-US" dirty="0"/>
              <a:t>/qaEEY2ImwR2tV2ESq+GwYe86rdgrYm+EVky5lNVjQI5+aNU2F2wVX9EZ0kMA0ophmQAe9/KxiFueo8GHdP9EI7VknSInAtPmh+OxUm6IucQ66gxOHb8RWPk1KnLcPLFSozowpDtSv08bpsVfrsEbIPjHi/kjY8ijcovkHKN8MKGkyrBPCnNFrGzCAZXjxqjdGjWDzB4AMG0zMCfZdw5nGVt8EmlRBj6YfUbpbuIgOjYm9/KFlc0YS9xIJGogGDcA7+a07ce06gXQAOW7yB0g/iN5juqhq03STe1jx6eS7i25Vy+b/lnJ3HozFGoBUEeiNF7Q0k8oW7LnPqEtsJRAZdLLvTeLdTVAZpAf9Ib2SV/9UDukubJHd0TYhQ4mo74WmOfX0U4auKT2mruJaC0NdY9cQW/Iz6In1DJCME5dWC06dsA43F1Gyg9TEmoIf3WpzXB67hpA891lsZhXUyC4dMrNWLJFea/0MWmO7EGmAZhabIMw8ZpLxICGYbA0q7KkscXNaHNIH0jzT4ACjTLmmO7SiZMksadPnoijaVoLVc1AM3NMRqAiQb3E7CAPlxyLr45z3FzGGaYIBcCTpGk732a76goc2uH63gGbRcR5yCL/MKzgW1AIAlrpOxJkWF27xAOl34rLlF8uTDXZPTpUn1BqZpMiXXAsCT0COolht9CuqDyajnOIMMcZmztLB8IiCY4I5Erp2MYKkEaySD3AeC5osRuGxO7Z72XOLl4D6b2hjXQ0EmSZnqHwlxPHleyErl3/k6RA6n6WgmnIDXEgaWA6iGyLHU1wmNm+qTMrlhkiA+4JIBPAAi4ABv2902BpOLBDQynpBLid3Els+ktInzINii7qRpsD/Fl1P8AaNMmHQHgAMuAdR97WurydPhkbsrYeq2lLYaGAxIdBLix0TeTFxxAO9wFZpVXeG50OBJOkuG9res+gQM4dzSwmXt6C5t3OJu6odQgNF3SbRYSjGMzUPplkAA1A8NaRI7ARwiwyTxO4vl8foVcVJchbA04Y3VG3GygfmrDVNMDaPz9EjUBpta0rOZyHsxDX2ANpE+kP7rR/Gzck30vAH0kk0bAvHIUNag5zCW7i/n6KjVxGmk2DqIA9bCJXeGzYsAkboOXWympKrTCRxJNPyCqxc0TsqeKql0GUezfCmpTloN+3usvSplpLDc/mErjSaCsMZXiW83I/MojhRLiYhZvLm6agl1p2WpZiWmwK1tDginvkxTPN1SRYngXcBMfOPayjbW8RrXAQAZjgHn+gVXEY4trATAgC0DVYkAnc3B+YU9PDAVC1khpAcR2mZj5JfXZMmRO+k/074L4IxRexVYGnMIUMx1WRDFsAZpG/Cx7app1C0pBLcNNmgxGJkWQrGYc6SQunYmLwuWZiDIPKJGANsq5WWsdcj89lPmNVpqdBltpEzeIP1lVauAk65ufonNNrIJNhaOTyCPaEVzUoqBVrmzvMHSAJgk/n2su8LhdLCSQfTlQ1sE5zGuOwvM38h5KoK5u0H1RcPsdSRWTtcE2HzSJASpOeQYnv7FUcOzqgfNbTJqf7OXNFhC7LUbYo7HHuZnfHd2PySWj8Afw/VJB/GzL+hEt4MEElxhrSDPqbWVjPMNRcWGRZxD5gWLQ+PSSL+aq1qJ3Jhv3hwR5oJicwc6W02S64YCAYkiIneRp9LqfUPUU1G1t7X/oPE01dB/UKga1hAu0DlonieY29lR+0lGmwimbmLnib7eVlRpZtU0aKjtJ1AkNAEObPIE7k2FlarClomNQ3LZ3HN+6Hh1mSD9ztfBJY4tfcg+zmulWY4N1Un6muIEwYMSucVl76ri4NEGfY9iO8Qif2fcyiA+nULqbzBpu+47vO/ZUzjiarW2kObrIMDkE3sbCduQqZs++e5IJGKUEgT+r3l3htbDjPTIEwJi/Mf2XGGY+k5zKjSGwHXE9QIiJMOFzIF7K9XNWrUY9j2M1Plpdc6QJkgtI2M37FEMXj3AuFXSWBkamtZBcQ1urT1TMb8FDnN9fJKVGNxNO5Ib0uMwRBETJE7iA4R3IVrAvY5rwdQ+GzdMTcucdVo25AE7WVzE4Z+mqG3ZMGYmGmdbSYm4LZ5AVHAloc3WW6NYBgCZcWtnT2gEx6jZWXKo5QeGOBwnw31ANAd0l0w5gEk6dBcS6eJ5Cjo0/Fe2nUeXNa2AQ3aIAAIiRLvomwmF0AFxl50tHTqcNmAi+9x5eSKZfRMl7pGmWtm/SIDb82g+6JlwrGlfbJD3OgYaRY8jQALCNMCGXAAHNz+MyYrsyMh4c0kSSfQbx8lomYwOJBbJVvx26QDY2ugKW0JtQPZ4bGloY4l0Q6bNjefUoPXwNSqSBxz/ytLnGXuFPUx0kj8QZt6Kth8SAwT8UCYRIZajfkq488gzDZU9g3tvB8grGHwhqG/CsZnmgLIZuN0OwmNeLAzKrubLUkETiNINObALM0HE1XHcbK5jq+mXFA/HMHTMlEguKKtkePxMVJCJZI8udJKGYXLn1HX3WqyvLQxaWm08m030LZMiSL+KoB7L7i7T2cLgqPKMST1vJLnCziI2DWgDv976Ijh6PiB+lwltiObxEcTcFVcIPCLA5pLQ3S0nki0R+dlNfkjJpw57v7HdPFpPcSYguBm9/JB83yqevlanMsYwtFll83zBxiBZZTtu4jPgpNJ0RF/wQ3FWv57qTEYtw43UtTCOqNkTbj+3tCLCLZVg05ifVXaDmVTpaHfDIJ/i522ah1LCl1XRMSYWowuXsZMOkmx/2TmLC++kClKuDlrSaZb2WfxWGdPSDutDi3aW2VahmrI0xdVlnU5O0dUKRQpYJ7Ga49UZw1WqKYMyOymw+ZMNLQ+JUFN9xTB328klOW50gq4H/AFg7snVv9VN/jSXNpamFmVmsLnP62AOtYuJ4bHJ49ih+Cw4qA1AzR2Ftu5A/2TNzF7WChS8NlMHciNUnUXSJ4gQJNldqvdTYHOId/EeHDj8EWOFzUpPwv+QUppUkZXNf2bvhIBuDEAg8rvKS50ke07E9h5ojmLPGJaA5wdBI20x/D5dlxgsEWBtM1elry5o57w72Sjkttna5D2FwQpi50h8AyYggX9Fnc0oh9VlNp+F4LnSNQngvBMjYg9yu8dmbSA0FxeRBBP3pN/lCgeWaQKr2MIDml1+QHDUQDPMCPkq3Jvk7x4JsSwl1NlOmaoGoaZFiIm3A62jzIVfEh9N7CGCWmYcZu2QAQ2AYteOOUKo5lUY7UKhYAII5c2CQI4BkbLS5SPHlz7dgBbaTv6Iq9ruRO+AL4z3sfUsXhwLyBoYGnUWnQAA0MJOx+aGYph1l8XEarfeMGYnuN+ZRzNj4L3N09DoiCRwQZuLEOdI2uO1xdam7RrFOG6SCd506oI+W+xgnlMKuzhZqY81QwS0MkDnXIgO23F5g/</a:t>
            </a:r>
            <a:r>
              <a:rPr lang="en-US" dirty="0" err="1"/>
              <a:t>wAIWpwTDTpieoQN</a:t>
            </a:r>
            <a:r>
              <a:rPr lang="en-US" dirty="0"/>
              <a:t>/Tc+qwuHOlwcIDXQ11wZMC8O2B7xuPJajB5lWqsDWMDWwIJPz6fzv3BCFmbZaFEVPGRVI2CKnFNLYeR5IFWJggtlwPCtNrtqU4LSD5obVnbLlTNtmA2VqpWYGy6AsbXqaXQN0bwzA9gn+v0XNtETLb3UombkFA8Q/wAO7TzZd5nTLrAxG3dQswbmdVX4foSbgeoRYxTpEs58UPEk+qlfhZaCwQmwlIHU8fDwPRXsjql7i10AAp7DihaTYCcn4RNktAatP3/YDaRujdR5pguBbaTEwHHYX7c9kNzl7KTg9rCXM+I2u0jj5x80AOY1jOkbtgzfeIHYGxPzXc2plteKPK55KxgrUn2aPPXN8MVMO4i8VBP3SLGw2E78yh+W5gHO6jI+6Ow9d5V0A/oz2MbBNgYuSGaye0f3Cx3iGm6XC/naPZKyVt83fkMnSNtjKvI2QXFg1HCIibjv5Dy81Fh8yJBG5IMc3i1kbyzD28WoD4hEGBAHlHOymDFb5dElL4ATsK2esD2MD3BupTiTTZYSLqL7QVL2sqdDHFzdESUwsqrhclVGnyyHKml9RzkWwOHcS4km11WyGlpc+RyiIxJYD2urZH7CV7ijia2uQDshgw7pJCmw9UBxtuV1TLnPgWbNyl1F1wXdHVHDEAl2+6hp41wBjccrU1RTpMtL3kWCzNPCl0gC5kn17BV27eZE6Of1of8A9CmXH6md/Cku7oE5NXk9Bxc1+oEARbbptBE8d1ezPGtFnXa+RHnsC0ob9l/3L/8Az/FV84/wlP8Amn/UUq5S33ZzwRZfjHtNVjgZ1C/Okb/1V7FxSpve1xl5DYAktcb3ME+w7qvkn+JPt/</a:t>
            </a:r>
            <a:r>
              <a:rPr lang="en-US" dirty="0" err="1"/>
              <a:t>qaiI</a:t>
            </a:r>
            <a:r>
              <a:rPr lang="en-US" dirty="0"/>
              <a:t>/</a:t>
            </a:r>
            <a:r>
              <a:rPr lang="en-US" dirty="0" err="1"/>
              <a:t>ct</a:t>
            </a:r>
            <a:r>
              <a:rPr lang="en-US" dirty="0"/>
              <a:t>/n0PxVZu+GdSB9ehqDXmxLQ3Tpl7qs9Ukja0z2K4rtD2N1uOkvAIDYaZAl7nRrtBsO2yM4v/Ft/P3Kiq5zu3+b+IUi6aottAuJy5rK9OkIIaWh1xBcBLZm3USPnC0GWVKcOq9DGtMaIDpB2FtpvzaEMr/</a:t>
            </a:r>
            <a:r>
              <a:rPr lang="en-US" dirty="0" err="1"/>
              <a:t>vz</a:t>
            </a:r>
            <a:r>
              <a:rPr lang="en-US" dirty="0"/>
              <a:t>/mw/9Aq+J+Kt/MqLsuaI+GT5wdTxVBdc3Jg9U8Rx2UOOoPeTouGzvfTYFwFxN+/n2U2F/eUf5rP9TUvtv9z/ADfgExvqKjX6lNvbMq+ZI+EC4nysYniZjlX8pzR1PT1aWbEx0721RuN0KpfvB7/0K7/+r2b+CMsaldlW6YfGL1Eupu1fOI8uVZwup8zE8BZTKf3jfVbDCfEPX8UrOCi6QRclAYYtqEmO3nCnw7i6ppDoC6zb4h6BCqHxf+RV10ToMZtg3DTpMkkbLp79VKpqB6XAN1WNxH4H5+StM3p/nsu88+Gl6lEcKpo6DaGXuFHpJj+9yqdKm+k6bnfZaOn+6HoFWxXwJdZHuOUQHNTUYS4yXDS6wkwYGodoP0XTMbSo0nADqIj/AJ7oZjvu+h/q5Vs02RNlNorZLh88eJ87Rz7dtkJrVNTiSlz7JnbIiRyy1h8SWlpBgtMiLGfVbnLMeSwF115wN1u8D+6b6IeUvAWcYZtUF3kslQd4dQyLLXj4R7rM5tv7qY2yS+Sxh8SHGyuswmoEztdAcB8S0mC+ByawrdOmUm+ACcKRLnWE2CfE4h7WgRDTCuZju31Ueefu2+iG206OsG08Udw488/RX8DmJYLNk90FHwolhP8A1/BRxTfJywl+s39kyCJLlQ+DvJ//2Q==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B2CD4-7593-F1A9-66C4-321234ECD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5316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1070F-21AA-9BEE-2E82-D932D89C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FA732-DB00-939D-B26D-AA553B55B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FEF8A-86AD-939F-D974-E9119171E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https://cdn.mos.cms.futurecdn.net/B8yswTP4sxA9mQGHWvxfwP.jpg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7449F-5094-8C8E-058B-5B79F8995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8096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36A22-9038-889B-3CC9-7F55ECA8F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72200-823B-D90F-35D4-DE2344912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99584-75C2-54F4-4663-AC6F2C759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https://frankrumpenhorst.com/wp-content/uploads/2015/01/darkbird.jpg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43C0C-6C0B-7BC8-7631-D6775B765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47996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D7606-1DD2-FB2E-2FEB-E86B355D5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9A426-0FBF-FAC4-1359-9DE8CA27D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3716A-5CE6-3AF9-09CA-B420B8777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https://media.istockphoto.com/id/532020093/photo/bird-moving-wings-with-motion-blur.jpg?s=612x612&amp;w=0&amp;k=20&amp;c=MmkKV2h-t11J3sZfxRxyrb8yqP0GyjbWQb8RBabq8zk=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D645E-23E7-854E-A400-123165CA3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8613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BCAB3-988D-AF61-771B-E6D1A620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ED2FE-E343-7172-03AC-3A26A6750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C7EDB-CA81-5857-4469-571301AEF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https://images.fineartamerica.com/images/artworkimages/mediumlarge/2/a-camouflage-bird-jian-xu.jpg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BA0FE-6B0D-E7A1-E4E8-AF7643B03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847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DDCDA-09D7-31F8-F5E6-5E172CF69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A6D83-8682-E827-2796-4C61DE6ED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9CDD1-B58A-CF32-3BFE-BE30595A1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https://static.vecteezy.com/system/resources/previews/010/282/151/large_2x/clear-sky-pictures-bright-sky-background-cloudless-sky-free-photo.jpeg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297C6-BA12-F670-5B42-3D590BB1D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8924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24FD-CA4E-0A63-1811-0DFC45D68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B063F-21F7-C57D-6839-7678BE613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F3FEF-89CD-54EE-98D9-EF76D68C1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https://www.rochesterfirst.com/wp-content/uploads/sites/66/2021/04/sky-1107579_1920.jpg?w=1280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464B4-448F-7F5C-38CF-C5EB8BE97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1321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93AF0-3851-707A-D5B0-862DEE079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4D2EF-042A-4D31-8438-B031D4535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26B5F-BCD8-C4A6-3B9D-FED854870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https://www.nationalforests.org/assets/header-images/_1200x630_crop_center-center_82_none/White-River-National-Forest_John-Rudy_7724.jpg?mtime=1694440032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C80DB-18B0-2EAD-2970-2DAA8AAB5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2176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F778F-ADAE-E8AE-3471-9926408C5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778FF-0BB0-62BD-C360-FB8FF7DD6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BB0C1-80A3-56EC-2CC8-9386085F8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https://images.pexels.com/photos/29163121/pexels-photo-29163121/free-photo-of-twilight-urban-scene-with-dramatic-cloudscape.jpeg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C6D12-2D8B-A69A-DAF4-C9A795399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8578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4F017-0C3C-97FC-B273-7E358578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E5E67B-2EBE-3ADD-549F-D7EECBEBE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2A303-42D8-58C4-A295-497016BA2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https://lh3.googleusercontent.com/ALJcVqrsdkiiYhKg6AYOar8RwuKSDnax2hIbwfFw2eO5RGJx4xFAYyhL_FJik_Ol2olsOcnbU0K83PogNt59LFxIS0Kam5WcXuS-ciE9OW1ub7O-q-WDUQMVlGvv3OnUq6EB6-Tu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553F0-62D9-C88D-8BDA-6E7E6DEEA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2098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17372-E533-66BB-2F6D-B9E49F16E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7CEA4C-8DC3-4F03-06E4-67BDA50EF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F8D9A-1643-9819-7342-69D59EAE2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https://images.nationalgeographic.org/image/upload/t_RL2_search_thumb/v1638886345/EducationHub/photos/moon-and-venus.jpg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83C58-735E-7081-09AE-568B9E396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6028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78B7-BE9E-CE01-C43D-0BA0D4A0B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D8CD2-0A15-CFAF-8880-F6E1BE07E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ABB2A-3748-C70F-2BE4-853F9CE40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https://www.hapticlab.com/cdn/shop/files/DiamondKiteRose_AltairDiamondKiteinsky_HapticLab.jpg?v=1740677150&amp;width=2000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2AE8A-7C3B-2FC6-E805-B9536A45D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819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8BC27-8885-9373-739A-ABA752E50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E8F31-7DF9-E743-46BA-9C92D089D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34650-71AC-95E8-9F06-5218D560D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https://images.pexels.com/photos/680257/pexels-photo-680257.jpeg?auto=compress&amp;cs=tinysrgb&amp;dpr=1&amp;w=500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661B-B291-804D-9AFD-F070D5A79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1584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6A3BE-5039-B8D0-EC40-38B2AE614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A0439-1D39-F0B0-F37B-DCCC554B6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C7D6E-3159-B2A9-A263-368A09CFE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https://easbcn.com/wp-content/uploads/2025/03/30087639.jpg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CE31B-5C89-6BB9-B98C-A34940B03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6844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9BA8F-EC27-86BD-799A-F4666106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FF8EE-8BAD-7F54-0A2A-14BAAD5D7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FA595-27E2-8F86-85DE-7BD06C530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https://cdn.mos.cms.futurecdn.net/oBEgKmDV9rG2CNoRxcEthN-1920-80.jpg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83699-73E8-A2CD-F1B1-FD32EC284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7391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DA79D-2F6B-6A1E-074B-D9F92D61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79A23-31D0-D967-E10F-7BAB03365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3E1F4-A0F9-F0A1-32B2-C2A729705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https://www.pennington.com/-/media/Project/OneWeb/Pennington/Images/headers/secondary-category/About_WildBird-mobile.jpg?h=330&amp;iar=0&amp;w=480&amp;hash=85A6611B4C76F416ED8CF1BE1FC2BA0E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C7F51-9484-A896-CCD6-9B5B16D0E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3474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55401-0799-FE23-C208-B3AF3F52C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2A267-14E5-D891-5706-A0BA0C894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D0F41-71F4-8814-109A-701EC8A0A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https://michaelqpowell.com/wp-content/uploads/2013/01/eagle2_blog.jpg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419C9-927E-C572-CE64-9A81E79A8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6416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B83B2-DD78-FC0F-B364-AA7C8CAF4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028C3-8E0C-9ABD-5F9D-9C64FB489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D0B31-11A7-12D0-51D0-721242855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https://underclearskies.com/wp-content/uploads/2011/05/mystery.jpg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1B54A-CBA1-C5D5-C607-06AFD4D2D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071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966C6-49DC-3943-5991-F2B56B2C0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0D090-D9F6-E489-F8F0-6088C1647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C1503D-0B7D-996B-C8CC-003039F32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https://media.baamboozle.com/uploads/images/741515/1667127604_65545.jpeg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6AF11-35BA-D2CD-8F6E-A6E3BB53B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435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BB518-1E9D-7997-0992-48ED4FEDA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488D1-6110-2C8A-3724-144406155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036B7-0883-4ACC-B57B-D62B6E483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https://lonelybirder.org/wp-content/uploads/2019/09/red-whiskered-bulbul_01_obscured.jpg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81B47-4677-2C23-92BA-F2E73B013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9862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4F2D-4F11-F1B4-6500-9F33D0438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5E63A0-BBAB-A116-E5BB-989FEB785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46AF9-3A5A-647F-2486-AF436C9B6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data:image</a:t>
            </a:r>
            <a:r>
              <a:rPr lang="en-US" dirty="0"/>
              <a:t>/jpeg;base64,/9j/4AAQSkZJRgABAQAAAQABAAD/2wCEAAkGBxMSEhUTEhIWFhUXFxgXFxgXFxcYFxgXFxgWFhgXFRUYHSggGBolGxUVITEhJSkrLi4uFx8zODMtNygtLisBCgoKDg0OGxAQGy0lHyUrLy0vLy8tLy0tLS0tLS81LS8tLS0tLS0tLS0tLS0tLS0tLS0tLS0tLS0tLS0tLS0tLf/</a:t>
            </a:r>
            <a:r>
              <a:rPr lang="en-US" dirty="0" err="1"/>
              <a:t>AABEIALkBEQMBIgACEQEDEQH</a:t>
            </a:r>
            <a:r>
              <a:rPr lang="en-US" dirty="0"/>
              <a:t>/</a:t>
            </a:r>
            <a:r>
              <a:rPr lang="en-US" dirty="0" err="1"/>
              <a:t>xAAbAAABBQEBAAAAAAAAAAAAAAAFAAEDBAYCB</a:t>
            </a:r>
            <a:r>
              <a:rPr lang="en-US" dirty="0"/>
              <a:t>//EAD8QAAEDAgUCBAMECAUEAwAAAAEAAhEDIQQFEjFBIlETYXGBMpGhBkLB8BQVIzNSc7HRNHKy4fFiY4LCB0NT/8QAGgEAAgMBAQAAAAAAAAAAAAAAAwQAAgUBBv/EAC8RAAICAQQBAwIFBAMBAAAAAAABAhEDBBIhMUETIlEFYRRxgdHwIzKhwZGx4VL/2gAMAwEAAhEDEQA/AKadJJbxliTpJKEEnSSUIR1nECQuqT5ErohQUekwueTvgsJJJLpwSSdJQgySdJQgySdJQgySdJQgySSShBJk6ShBkkklDokkklCHdQjTbdV3YrUCOQrVEi8oBjK5bUtysbV7Y5V8mhgbcC9hwAZPdX6mNJFiqOFeDY8p8yoFkOG353CWzKufIWD8F7CVZkzG/wBEHxtJznGFJhmuLrbK6BCb0OBSTbBajLtpIEUMI9rgeEXTpQtKGNQ6EpTchkkkkQGOkknXSCSSTqEEnTJ1CCVfFWgqcoTmNd0RB9UPJKkXgrYWa6VHXxLW7lRYeqAwFC3UnVK0u+EbKs8jSVds7GHLsOsdIldJmiydGBiSSSUIJJJJQgkkklCCSSSUIQ1a4aQDypmwVVx7JAsoGVXaT6LOnqZxnKKG1iTimEoTPPZD8vxsgtcr4iLLuHUSzTS6JPGoRbGSSSWgKnTFns2YWvk91rsGRBtdZ7PaZcZ7LI1klOe1LkfwR2xtkWFqzvY8Ihiqn7KD81BgQ1xGqyWLriS0bLMlKTdDm1LoH4PEVAZai9GqSLoPWeG/Cbqehjui+61tLkjFXYjmi5cBRjpSfiy0hsS0j1uD/ZUssxo1QVZzSqWsJaL7idrbq2bN6mJyj2uSuPHsnT8lzw/IfNOs7+nN/JSSH4zL/</a:t>
            </a:r>
            <a:r>
              <a:rPr lang="en-US" dirty="0" err="1"/>
              <a:t>wDS</a:t>
            </a:r>
            <a:r>
              <a:rPr lang="en-US" dirty="0"/>
              <a:t>/</a:t>
            </a:r>
            <a:r>
              <a:rPr lang="en-US" dirty="0" err="1"/>
              <a:t>wAh</a:t>
            </a:r>
            <a:r>
              <a:rPr lang="en-US" dirty="0"/>
              <a:t>/Rh8BxJJJehMwdJJJQg6SSShBKOvEXC61jaV06CJEuF5i8Bu5McWQ55Ix4b7LRi30ZytjYJY2wUWDLtQl3K6z2NUaS0+Yg3gix8lzleGLiPJZSnLJPj5HtqjHk07Nl0o6LIELtbKM9jpJk6hBJJJKEEknSUIMknTKEOat2whlEkktKKqqWxUQJ4YuW4NjytKiJuXAeqt02QFK1spEDhWSxwdLsr7pKzmFIygTsu6MTdXy8Btktl10YPauw+PTOStg0OIskykHHqXfhElPRABuu5ZRdpd0cgmmr6sq4zBN4KB1KDgSfkr2PxehxnZBa+bEg29SsRQfk0HJUS1WjTdVjWtZT4CuKpDI/PdEhlbWmCLFFhJLso1fRTydpD9RE+S0GY4tvhREWNuQV3SospsBaJKC59nJLgHU7tkeoNkPPm3RShf3ORi4vkH6Kfb+qSrfpX/AEO+iSSuRezXp0yde0MYSdMncYBPABJjyE2+SrKSirZ1Rb6JKDJP1jv5BRn88fRTPxjadHU4McJlw5AdA3F3C/BtHKqYN7XDTqbIaCTedQF2ge4lJR1SedxfS4/UO8X9NMD1HkYhsnpJAPkJWgwtNv7ao6NDW6dGqznwdgDc6ovNpJU2V06eiqwkeI7qmBLWWJv5lo37EhZLP3tpVP2DwGzfS8udqG5Pa5MQBMniFj6zJLJneNPr/v8AnA7hiowUiznDKrv21ZompJF99jIG4be3uoMsraGEkwVWoZ+7W34dUQ57i8uPGoHV0mLQIVl2Gp1Ww2JAuWlwnzMkifRN6N5FxXQPPtZ1lOb6nEOPKPtMrN5VlDBc7grRMjYLUwb69wnk23wdpJk8pgEOkoMVX0iU1LFtIF90OWSMXTZdQk+iykncAN0y7GcZdHJQcexJJJK5UZRPHUCrVGlKWYYXQA47IGXNCPDfIbHjk+UitmGNa3pHK4wgtvMqtjqAPUVNgagIslNPTzO+Q2XiHBZrgxZS1a50W3Tve0Mug9TGwSALJXVYryNpDOGaUFbLIx5AK7y/EBxuUDOJl19l3iqhZBaqYpctorILZxhARI5Qinl+kdSKYTEmqzzCr4mqeUPLnbfCLxhSOMpwgBLgFZdi4J1+y4wri0TwquNb4lx3Q69SVFr2o7GL1uAkgbTf5KjnlCq5gcG6mM1BpG8TyFFRwNUvbfSyZJ7eau5tXFE9FQvaWwQRuTxKI8aivcim6+mZ7xXeXzST6v8Atn5pIfowO2zfPN1JSp8nZNS0hrA8gFxcSYvIAIB8v9+yVd8ny8tvXzW1g1Kze2PjsSniUOWcP6jGwXL6zarfDDGyHgO6oBYCHdXq0P27IvgMK1tOo+q3bSGnVBBJE/Q7oDisuqeM8EQ1g1PPk7S6HEWtH1CQ1bWSax4pdcP72v8AVBsdqNyX5CzHrpuNht2gdQEW2jZR0sHVgeG4u/7jgBSidg4iXAnlTurB9LSxocx1i24PTcapEBodFhcwu6VeqWhj3EAM0DQYsSSQTvEdvkr5PVnk/pR4pK+f9HFthH3990Wsyr+GSTpfrBDw3S4tPw8thwEWaRwOFlqmBbVe9zREkmIj6CwRrw202ECY7EzHogIzNof07yi49Jjwf3dsrLNLJ0ZvMaOioQjv2RqEyIt3QrPJNQlT5HmJpAiN0OEljyN+C805RDec4sUR07qLIc01uOoqlmtbxW+aJ/8Ax5kni4oS0PaxutwdOn4mjqjexcQOdPaUrk+pemnlfS8Fo4FL2oJ1ce1ombKli81baCtJ9si41aoEPaWNZpIEAAzLI+EiSV5fTedQkrmm+sS1MbSro7k0ixvk0uOxJezU1LJg2dMyUnkBrRMBT5dVpA9N3FamxSmnIX3OMeA0U6YJ08oqKpCzbfYl1TZK5UlJ8XVZyqLZ2Kt0RYiqW25XbsZrYGm8Kq+vMyE1aoGQ5Yc8m6TmacFSobM4PS35JYHDaBfdKniAXy0SpcbiSY4vCLo96bnJcA8yTSimRubqfPAH1UVfByVapARZTtFlqOK22xS25UjOuys6vJT16Y2PCv4moRsuGUNQul44YS/</a:t>
            </a:r>
            <a:r>
              <a:rPr lang="en-US" dirty="0" err="1"/>
              <a:t>tVBXNx</a:t>
            </a:r>
            <a:r>
              <a:rPr lang="en-US" dirty="0"/>
              <a:t>/uIMupxJbsuM2pOAB7q9QwZa0kdyuszdNMDlJTwbsjGIyqIPp1dLRJT0odsoKWXud8Rt2RKhQDRZFx6OTkm+AU8ySpA/NKDyIYDxPZAnUvEBpkkOmRIOw2lbJ+yHVaQb1SI+s9kTVYV3fgHhm+jJfq+r+Sktn47f4GfJOsf1Yj2wizKuXmmXNbqa6LCDUaSOQNwCd0SY/Y27jbbgFvHbzieUquBc6lraHCm0yXyOnS06hMwDeI3urWWYmgxgLWPLzcO0M0t8w1zgXO83d1p6fGsMm4W18eev3FZ3NLdwXv02g+iWv0h/wAGhovYg9QJhrSWj5uQx+YtqA0TUbAqEgCTrcZuREmI0iSYNrK1Wptexz2Nc6o28v3BdY1SLh3F5B8llmZc5xB1G0CCC0EAC1tjuL9ln48c45/Z3fx/P5XkNOXs56Djg2BpeHemw9+6hr1NIlKpV0iXE+5J+pQnNszAYY7L0O/ZD3vkz9u58LgI067ajfVDcXkjYLhxdCMhxLnGJ5R3MMWWMM8pRavFPifYb0ZLlGXdg3GSe6WHwZLlJRrOeYG0rbfZT7JGqRVq9NAXMmNZH3R2b3PrF9kM8owi5vpDEbk6BGRfY6tiurV4dKfjIku8mN59Tb1Xo+Q5RRwFJ8TDoLnvI1EiwHAA345KnxmdUqFOR0saIBiB2Aa3ePbj55fMs2qVKLqryGsc4CkyCHGCAXEA3Bv8vNeR1Us2oT3Oot0l8/v8/Bp4scYfmUc+xAFaxlrri4PJHC84q0y+q5rbdR9rlaZ9R5cXvNyNTjzAkho7AAoFgAC8kc/SStn6Vg28fkL6ydh7CZW57QHPn0RDAZQ2kZC7yelpZvPqiC9djxRpOuTGnN3Qk6SSODEnaJKZS0BeVWTpWWirZRzs+GAUGqYzxOfRGc4aXsM+yz+S0mlxDtwvPKDyTduvk07UYhvJy7UBp3Rl+VTBJsTKr5RUDHEEo66qHBVyZ5RajB9BIY01bBr8I0QNl1UoCICgr1SXR2XTXck/8K2XV5VFWykcME3wUKsTc7JmOHChxUOerNKlay0NDqnkVMV1GJLlBPx2Mw5LomCgbsWNM8KDNq5gM7oe86SATb87qmRuM3JBVzFImxWdACyp4XPb3VfPNEjTueyFU2wboS1GTdZHijVGupZiHmO6uUKrQYcARxPdY+lWi8ojhaz6kE7LmSeTJ0dioxXIe8Wn/C36pKDwwkq/hp/Yt6iJ8tw7Q0fFbYuMn1F4Hsrh091wFWxWHm8rUyxnjj/TrgSg4yfuJsfjTTpy0nkSDBj+y4wFcPYO6GY/Efs4HG6oYXEVAWxZqyMM5etvXyNzitlM0eLw+tpCy2JyqqA4cDZaPE4ssAUeOzP9nMeqd12aCX3F8MX+hnfs3gKmsnYeaO5rg/EEauqFzQra6eptlBiANTTJnZY0m9+6hxPiiH7HZFqrnxZ8NpvH33bhjT3O5PA9l6Pmmcso0xqAaBZjB9AB8r+iC18SygwUaRkgk1HDdzzE3OzRED085WZzTEtc+XuJfwBEgX2B/</a:t>
            </a:r>
            <a:r>
              <a:rPr lang="en-US" dirty="0" err="1"/>
              <a:t>PcpTPmeWSj</a:t>
            </a:r>
            <a:r>
              <a:rPr lang="en-US" dirty="0"/>
              <a:t>/AIGseNQV+S5jse/EPlzgGgwG9jE2HJjn5JBpMEkmOTx6Dgf3XOJYxpbU8ItaTsXkPAbAadhy4tMDabcqCtiidJZHJAF5JlobeJ+Iib72Ss8bbRdzoerT1EM0mHbujpAvudhcR/wV1SyNrT0psIymW6zqaxpgS8ODoPSHCOogtBHM+gRWlVDhLSCO4XqfpenhHClJc9/cydVkk52uhUaQaICkSSWwJDpJJ2rpBwLJ6tXw26io6jpkA7G/quavW2DwsnV596cEP4sW2pA/NsxDm9KAYRztZcLSuc1aWON1LlOK0GSJlZ2CWxWxiSsInW2HSb8BaDAYlwYNW54Q/AZi0m7ZKvOMlPabEst8cAcuTYSYV3USeVxmAIEgwpG072XOPZAupq8EHH2s5jySb5QCbV6iEXwNckbIPSc3XC0mErMaA32QtLLjZRfJHm7AueUCSOLhQjBhx32RP7V1Ww0N38kFyxj9ZkmEzhipKvuDyycXZDmODAE7kLO4utJhbPF4YEwTeJhZrN8M1jv6JbNGrt9MvHmirXhrQiOX4slo1CAOe6DNl7gESxDDojt2V8cmvciskugv+mN7pLN+OUlb1SUehJyJTBSMpytee2vd0Ixu+AfjMAHCAYlUMJl/hkNeebFGMfTJAg3CDZ1iiGCUg/SXKX5MZTk+GwjjML4kAXQvOafhho7kArr7N5m+QCLcSrGf4c1Oq4IIP5CDlUcjUwkFSot4DADw7WlWHUKdNzHfE9kEDcB3Ejkixj59jzl1JwazUd4TVHik6HmHiZG4bIkX5Jk37iPVT6k5NRhFJJ+ft+4TTJK5S5+wsVQJDnOfDiST3k3Mk8oczC4cUzLS3Vu4SXl1wJcbn3sduVS/TSasTMusPor2YP1teGw9jW3aJHLryOWlrZHYk90nKePDFRxRq+322XuU3cmU8Tjg9g8R2uYBIESQBBmY1aWxcHe8wqX6U01AWPiBqcXd9QBA0+1/VcYWl4bmPfdrgToAIl7fhbb/ADH5KvVrTUdWeA6IntJFhbtp990OOO7tl7C2k1Ip0mywOl8PJaS5sAzxAkeaM5dhDTbBdPtpAHk0e6oZLmAeXEM0AkAhuoAl0WDduLnewRHCYkvLhEQfeIkErc+nYscI237n9/AjqJSbpdFpOmTwtYUEu6AuuF3TMXmPzMeqDnyrHjcmExQcpJD46Znaw8uENoZgGvh2ysVsRqqCTPH5H53QbMaQFTy3XmJT3cmt0uB/</a:t>
            </a:r>
            <a:r>
              <a:rPr lang="en-US" dirty="0" err="1"/>
              <a:t>tTSY</a:t>
            </a:r>
            <a:r>
              <a:rPr lang="en-US" dirty="0"/>
              <a:t>/qaEEY2ImwR2tV2ESq+GwYe86rdgrYm+EVky5lNVjQI5+aNU2F2wVX9EZ0kMA0ophmQAe9/KxiFueo8GHdP9EI7VknSInAtPmh+OxUm6IucQ66gxOHb8RWPk1KnLcPLFSozowpDtSv08bpsVfrsEbIPjHi/kjY8ijcovkHKN8MKGkyrBPCnNFrGzCAZXjxqjdGjWDzB4AMG0zMCfZdw5nGVt8EmlRBj6YfUbpbuIgOjYm9/KFlc0YS9xIJGogGDcA7+a07ce06gXQAOW7yB0g/iN5juqhq03STe1jx6eS7i25Vy+b/lnJ3HozFGoBUEeiNF7Q0k8oW7LnPqEtsJRAZdLLvTeLdTVAZpAf9Ib2SV/9UDukubJHd0TYhQ4mo74WmOfX0U4auKT2mruJaC0NdY9cQW/Iz6In1DJCME5dWC06dsA43F1Gyg9TEmoIf3WpzXB67hpA891lsZhXUyC4dMrNWLJFea/0MWmO7EGmAZhabIMw8ZpLxICGYbA0q7KkscXNaHNIH0jzT4ACjTLmmO7SiZMksadPnoijaVoLVc1AM3NMRqAiQb3E7CAPlxyLr45z3FzGGaYIBcCTpGk732a76goc2uH63gGbRcR5yCL/MKzgW1AIAlrpOxJkWF27xAOl34rLlF8uTDXZPTpUn1BqZpMiXXAsCT0COolht9CuqDyajnOIMMcZmztLB8IiCY4I5Erp2MYKkEaySD3AeC5osRuGxO7Z72XOLl4D6b2hjXQ0EmSZnqHwlxPHleyErl3/k6RA6n6WgmnIDXEgaWA6iGyLHU1wmNm+qTMrlhkiA+4JIBPAAi4ABv2902BpOLBDQynpBLid3Els+ktInzINii7qRpsD/Fl1P8AaNMmHQHgAMuAdR97WurydPhkbsrYeq2lLYaGAxIdBLix0TeTFxxAO9wFZpVXeG50OBJOkuG9res+gQM4dzSwmXt6C5t3OJu6odQgNF3SbRYSjGMzUPplkAA1A8NaRI7ARwiwyTxO4vl8foVcVJchbA04Y3VG3GygfmrDVNMDaPz9EjUBpta0rOZyHsxDX2ANpE+kP7rR/Gzck30vAH0kk0bAvHIUNag5zCW7i/n6KjVxGmk2DqIA9bCJXeGzYsAkboOXWympKrTCRxJNPyCqxc0TsqeKql0GUezfCmpTloN+3usvSplpLDc/mErjSaCsMZXiW83I/MojhRLiYhZvLm6agl1p2WpZiWmwK1tDginvkxTPN1SRYngXcBMfOPayjbW8RrXAQAZjgHn+gVXEY4trATAgC0DVYkAnc3B+YU9PDAVC1khpAcR2mZj5JfXZMmRO+k/074L4IxRexVYGnMIUMx1WRDFsAZpG/Cx7app1C0pBLcNNmgxGJkWQrGYc6SQunYmLwuWZiDIPKJGANsq5WWsdcj89lPmNVpqdBltpEzeIP1lVauAk65ufonNNrIJNhaOTyCPaEVzUoqBVrmzvMHSAJgk/n2su8LhdLCSQfTlQ1sE5zGuOwvM38h5KoK5u0H1RcPsdSRWTtcE2HzSJASpOeQYnv7FUcOzqgfNbTJqf7OXNFhC7LUbYo7HHuZnfHd2PySWj8Afw/VJB/GzL+hEt4MEElxhrSDPqbWVjPMNRcWGRZxD5gWLQ+PSSL+aq1qJ3Jhv3hwR5oJicwc6W02S64YCAYkiIneRp9LqfUPUU1G1t7X/oPE01dB/UKga1hAu0DlonieY29lR+0lGmwimbmLnib7eVlRpZtU0aKjtJ1AkNAEObPIE7k2FlarClomNQ3LZ3HN+6Hh1mSD9ztfBJY4tfcg+zmulWY4N1Un6muIEwYMSucVl76ri4NEGfY9iO8Qif2fcyiA+nULqbzBpu+47vO/ZUzjiarW2kObrIMDkE3sbCduQqZs++e5IJGKUEgT+r3l3htbDjPTIEwJi/Mf2XGGY+k5zKjSGwHXE9QIiJMOFzIF7K9XNWrUY9j2M1Plpdc6QJkgtI2M37FEMXj3AuFXSWBkamtZBcQ1urT1TMb8FDnN9fJKVGNxNO5Ib0uMwRBETJE7iA4R3IVrAvY5rwdQ+GzdMTcucdVo25AE7WVzE4Z+mqG3ZMGYmGmdbSYm4LZ5AVHAloc3WW6NYBgCZcWtnT2gEx6jZWXKo5QeGOBwnw31ANAd0l0w5gEk6dBcS6eJ5Cjo0/Fe2nUeXNa2AQ3aIAAIiRLvomwmF0AFxl50tHTqcNmAi+9x5eSKZfRMl7pGmWtm/SIDb82g+6JlwrGlfbJD3OgYaRY8jQALCNMCGXAAHNz+MyYrsyMh4c0kSSfQbx8lomYwOJBbJVvx26QDY2ugKW0JtQPZ4bGloY4l0Q6bNjefUoPXwNSqSBxz/ytLnGXuFPUx0kj8QZt6Kth8SAwT8UCYRIZajfkq488gzDZU9g3tvB8grGHwhqG/CsZnmgLIZuN0OwmNeLAzKrubLUkETiNINObALM0HE1XHcbK5jq+mXFA/HMHTMlEguKKtkePxMVJCJZI8udJKGYXLn1HX3WqyvLQxaWm08m030LZMiSL+KoB7L7i7T2cLgqPKMST1vJLnCziI2DWgDv976Ijh6PiB+lwltiObxEcTcFVcIPCLA5pLQ3S0nki0R+dlNfkjJpw57v7HdPFpPcSYguBm9/JB83yqevlanMsYwtFll83zBxiBZZTtu4jPgpNJ0RF/wQ3FWv57qTEYtw43UtTCOqNkTbj+3tCLCLZVg05ifVXaDmVTpaHfDIJ/i522ah1LCl1XRMSYWowuXsZMOkmx/2TmLC++kClKuDlrSaZb2WfxWGdPSDutDi3aW2VahmrI0xdVlnU5O0dUKRQpYJ7Ga49UZw1WqKYMyOymw+ZMNLQ+JUFN9xTB328klOW50gq4H/AFg7snVv9VN/jSXNpamFmVmsLnP62AOtYuJ4bHJ49ih+Cw4qA1AzR2Ftu5A/2TNzF7WChS8NlMHciNUnUXSJ4gQJNldqvdTYHOId/EeHDj8EWOFzUpPwv+QUppUkZXNf2bvhIBuDEAg8rvKS50ke07E9h5ojmLPGJaA5wdBI20x/D5dlxgsEWBtM1elry5o57w72Sjkttna5D2FwQpi50h8AyYggX9Fnc0oh9VlNp+F4LnSNQngvBMjYg9yu8dmbSA0FxeRBBP3pN/lCgeWaQKr2MIDml1+QHDUQDPMCPkq3Jvk7x4JsSwl1NlOmaoGoaZFiIm3A62jzIVfEh9N7CGCWmYcZu2QAQ2AYteOOUKo5lUY7UKhYAII5c2CQI4BkbLS5SPHlz7dgBbaTv6Iq9ruRO+AL4z3sfUsXhwLyBoYGnUWnQAA0MJOx+aGYph1l8XEarfeMGYnuN+ZRzNj4L3N09DoiCRwQZuLEOdI2uO1xdam7RrFOG6SCd506oI+W+xgnlMKuzhZqY81QwS0MkDnXIgO23F5g/</a:t>
            </a:r>
            <a:r>
              <a:rPr lang="en-US" dirty="0" err="1"/>
              <a:t>wAIWpwTDTpieoQN</a:t>
            </a:r>
            <a:r>
              <a:rPr lang="en-US" dirty="0"/>
              <a:t>/Tc+qwuHOlwcIDXQ11wZMC8O2B7xuPJajB5lWqsDWMDWwIJPz6fzv3BCFmbZaFEVPGRVI2CKnFNLYeR5IFWJggtlwPCtNrtqU4LSD5obVnbLlTNtmA2VqpWYGy6AsbXqaXQN0bwzA9gn+v0XNtETLb3UombkFA8Q/wAO7TzZd5nTLrAxG3dQswbmdVX4foSbgeoRYxTpEs58UPEk+qlfhZaCwQmwlIHU8fDwPRXsjql7i10AAp7DihaTYCcn4RNktAatP3/YDaRujdR5pguBbaTEwHHYX7c9kNzl7KTg9rCXM+I2u0jj5x80AOY1jOkbtgzfeIHYGxPzXc2plteKPK55KxgrUn2aPPXN8MVMO4i8VBP3SLGw2E78yh+W5gHO6jI+6Ow9d5V0A/oz2MbBNgYuSGaye0f3Cx3iGm6XC/naPZKyVt83fkMnSNtjKvI2QXFg1HCIibjv5Dy81Fh8yJBG5IMc3i1kbyzD28WoD4hEGBAHlHOymDFb5dElL4ATsK2esD2MD3BupTiTTZYSLqL7QVL2sqdDHFzdESUwsqrhclVGnyyHKml9RzkWwOHcS4km11WyGlpc+RyiIxJYD2urZH7CV7ijia2uQDshgw7pJCmw9UBxtuV1TLnPgWbNyl1F1wXdHVHDEAl2+6hp41wBjccrU1RTpMtL3kWCzNPCl0gC5kn17BV27eZE6Of1of8A9CmXH6md/Cku7oE5NXk9Bxc1+oEARbbptBE8d1ezPGtFnXa+RHnsC0ob9l/3L/8Az/FV84/wlP8Amn/UUq5S33ZzwRZfjHtNVjgZ1C/Okb/1V7FxSpve1xl5DYAktcb3ME+w7qvkn+JPt/</a:t>
            </a:r>
            <a:r>
              <a:rPr lang="en-US" dirty="0" err="1"/>
              <a:t>qaiI</a:t>
            </a:r>
            <a:r>
              <a:rPr lang="en-US" dirty="0"/>
              <a:t>/</a:t>
            </a:r>
            <a:r>
              <a:rPr lang="en-US" dirty="0" err="1"/>
              <a:t>ct</a:t>
            </a:r>
            <a:r>
              <a:rPr lang="en-US" dirty="0"/>
              <a:t>/n0PxVZu+GdSB9ehqDXmxLQ3Tpl7qs9Ukja0z2K4rtD2N1uOkvAIDYaZAl7nRrtBsO2yM4v/Ft/P3Kiq5zu3+b+IUi6aottAuJy5rK9OkIIaWh1xBcBLZm3USPnC0GWVKcOq9DGtMaIDpB2FtpvzaEMr/</a:t>
            </a:r>
            <a:r>
              <a:rPr lang="en-US" dirty="0" err="1"/>
              <a:t>vz</a:t>
            </a:r>
            <a:r>
              <a:rPr lang="en-US" dirty="0"/>
              <a:t>/mw/9Aq+J+Kt/MqLsuaI+GT5wdTxVBdc3Jg9U8Rx2UOOoPeTouGzvfTYFwFxN+/n2U2F/eUf5rP9TUvtv9z/ADfgExvqKjX6lNvbMq+ZI+EC4nysYniZjlX8pzR1PT1aWbEx0721RuN0KpfvB7/0K7/+r2b+CMsaldlW6YfGL1Eupu1fOI8uVZwup8zE8BZTKf3jfVbDCfEPX8UrOCi6QRclAYYtqEmO3nCnw7i6ppDoC6zb4h6BCqHxf+RV10ToMZtg3DTpMkkbLp79VKpqB6XAN1WNxH4H5+StM3p/nsu88+Gl6lEcKpo6DaGXuFHpJj+9yqdKm+k6bnfZaOn+6HoFWxXwJdZHuOUQHNTUYS4yXDS6wkwYGodoP0XTMbSo0nADqIj/AJ7oZjvu+h/q5Vs02RNlNorZLh88eJ87Rz7dtkJrVNTiSlz7JnbIiRyy1h8SWlpBgtMiLGfVbnLMeSwF115wN1u8D+6b6IeUvAWcYZtUF3kslQd4dQyLLXj4R7rM5tv7qY2yS+Sxh8SHGyuswmoEztdAcB8S0mC+ByawrdOmUm+ACcKRLnWE2CfE4h7WgRDTCuZju31Ueefu2+iG206OsG08Udw488/RX8DmJYLNk90FHwolhP8A1/BRxTfJywl+s39kyCJLlQ+DvJ//2Q==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65C63-B80C-94B7-E6F3-EF3610591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9059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BB7A-DD9D-9310-ECF4-FF9D8C277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6D59B-2090-BDA0-8E93-E1CB118A2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6E0D5-560A-1EBC-F61C-540234CEC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https://cdn.mos.cms.futurecdn.net/B8yswTP4sxA9mQGHWvxfwP.jpg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85097-C32E-95C6-3281-C55AD0990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7737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7FFA8-A7C0-B716-4D9C-536EBFF2A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A71D3-67F8-5C85-4EF1-8027765CB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F0F46-8229-989F-601D-64D959F7D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https://frankrumpenhorst.com/wp-content/uploads/2015/01/darkbird.jpg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745BA-596F-5757-3088-0F8DD9E21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5763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35709-CD3E-F508-BB06-E52B5AB7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7C0EA-A680-239B-9A89-940F5CEB0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A0C31-CA78-9E35-5E12-C2D8DD6CD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https://media.istockphoto.com/id/532020093/photo/bird-moving-wings-with-motion-blur.jpg?s=612x612&amp;w=0&amp;k=20&amp;c=MmkKV2h-t11J3sZfxRxyrb8yqP0GyjbWQb8RBabq8zk=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380B6-7ED4-2C75-0B1B-FB6A6C939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4948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DAB0F-16CF-8FAE-C910-8C2874FB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09791-9D84-7000-14E1-3217AA2B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B06EB-151E-42F5-3F70-A880E30E7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https://images.fineartamerica.com/images/artworkimages/mediumlarge/2/a-camouflage-bird-jian-xu.jpg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120EB-89B6-8739-7135-8AD17C0BD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1167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FF979-4B49-8D47-970E-75CA35A50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3626A-0A3E-5727-2AA0-B0550BA2F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CF326-9385-2BF0-02F3-E1AEB9F40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https://static.vecteezy.com/system/resources/previews/010/282/151/large_2x/clear-sky-pictures-bright-sky-background-cloudless-sky-free-photo.jpeg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FA954-14C7-7B7D-4350-F778BA8B3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3500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F2730-AF5C-A6F4-6E31-EAA261A9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6F308-F042-A5A8-AED6-CD7D8B89A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750BA-9312-12D7-6B8E-CF346A43E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https://www.rochesterfirst.com/wp-content/uploads/sites/66/2021/04/sky-1107579_1920.jpg?w=1280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7C21B-4A83-E6DF-92C0-027E5D244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8046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A8D6-EE96-3FD7-7D8D-F99A8AEC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03106-176F-43B6-880D-68FEA1BB9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DA297C-5AC3-DC0B-9BB0-350C29503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https://www.nationalforests.org/assets/header-images/_1200x630_crop_center-center_82_none/White-River-National-Forest_John-Rudy_7724.jpg?mtime=1694440032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8DD70-A0D3-ED05-F40F-6FE2C3B0E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7762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36343-A958-650E-0550-093B48C0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732A4-4C8F-653E-2C48-6D88DF981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BF7CD-6485-04F9-FAE6-4998F7F9A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https://images.pexels.com/photos/29163121/pexels-photo-29163121/free-photo-of-twilight-urban-scene-with-dramatic-cloudscape.jpeg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47934-2F00-06CC-D3FF-A6FF4B7D8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6481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B20D3-A5E5-FD6D-822F-28705A8FF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8E4C8-016B-A699-04F8-EB75B3251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C6D2E-36ED-9E97-1008-C7D475788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https://lh3.googleusercontent.com/ALJcVqrsdkiiYhKg6AYOar8RwuKSDnax2hIbwfFw2eO5RGJx4xFAYyhL_FJik_Ol2olsOcnbU0K83PogNt59LFxIS0Kam5WcXuS-ciE9OW1ub7O-q-WDUQMVlGvv3OnUq6EB6-Tu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BE269-13D0-9C27-9538-23A6E2264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6957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B21C-345D-1DE5-064E-9F947436F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50C1B-1C2E-C190-5A4E-83AA0A337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C5A01-061D-0990-EB57-A252388AB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https://images.nationalgeographic.org/image/upload/t_RL2_search_thumb/v1638886345/EducationHub/photos/moon-and-venus.jpg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D4C94-7329-A0E2-7D1C-BEF61E30E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31300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5491-5BED-0A2A-240F-825E1280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73AF0-595B-7C89-CBA9-CF90B95B4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938DB-ACB1-3908-DEE4-87918CFF8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https://www.hapticlab.com/cdn/shop/files/DiamondKiteRose_AltairDiamondKiteinsky_HapticLab.jpg?v=1740677150&amp;width=2000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8E721-C6C5-C12F-7AAC-D5FF893EE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49549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FD41-98F5-C605-65D5-33119B59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43459-47CF-5259-3778-BC4E3CA57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F4365-24A1-97B8-DEB8-AE4137B9F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https://images.pexels.com/photos/680257/pexels-photo-680257.jpeg?auto=compress&amp;cs=tinysrgb&amp;dpr=1&amp;w=500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4EEA7-B488-2526-284C-80764D060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0762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3719-D3F1-31E7-3DD4-5EED41100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EFB766-7B59-8162-10A6-305EBA57C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B79FA-022C-83B6-9538-F1A768ECC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https://easbcn.com/wp-content/uploads/2025/03/30087639.jpg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FA0C0-D37A-DE3F-E291-F27860A12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9638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D85FF-7780-B9AD-2EAA-7815A2C60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D5A33-F32C-B28C-918C-1CD35DB9B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FDAF4-6B6A-70F7-1434-DA745C5C1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https://cdn.mos.cms.futurecdn.net/oBEgKmDV9rG2CNoRxcEthN-1920-80.jpg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9E5CF-2C72-7019-6D19-EAA80F223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C8648-AB65-485A-887F-27D5B9F8017D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4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AE63-4B6C-4306-E7DF-E235F0733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7756F-B84B-EFB4-9CD5-AEBE1AB0A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EEF9F-F1C1-585E-D99B-072D7C9B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7AF0-DF81-4E92-B766-90E978C753E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D91CD-2A40-D9AD-C1EC-2807737A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4E3C8-5BC2-60D0-D7AC-DF8201715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0EB8-6130-4541-9AB5-B8CEE0DDE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98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50ED-41A1-356C-833A-38BCC9AA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3212B-BDA4-517C-1D1C-D242C2802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EF04C-AE49-D316-8249-EDD945D4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7AF0-DF81-4E92-B766-90E978C753E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EFB29-C527-369D-E357-A8008D19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22C59-2956-2212-3E36-18BE0545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0EB8-6130-4541-9AB5-B8CEE0DDE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63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A339C-49DB-BAD3-3FB1-231B8BEC1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14C03-9EAC-79F1-D93F-96540F812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A5294-49AB-A077-6D42-AA38D56C6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7AF0-DF81-4E92-B766-90E978C753E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AC819-A63A-8FB9-D541-15B489695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8A9C4-EC6F-5CF6-7FE9-313087C6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0EB8-6130-4541-9AB5-B8CEE0DDE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2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96208-3F34-78CD-C39A-AD222CA30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C83EE-8365-DA30-AC86-B27222157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41A37-37AE-49CF-BF29-EDF6BF860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8B811-6E2D-65D3-74C5-78225483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7AF0-DF81-4E92-B766-90E978C753E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27D36-D730-ACCC-D905-447113367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4AC1A-BAC5-3952-3513-937360D4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0EB8-6130-4541-9AB5-B8CEE0DDE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68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17A3A-C786-B518-C216-B08B5B454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9E4F1-6231-19B2-0C72-CD50DC11F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FFF49-A8F5-E561-E1F8-8087833F0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7227F-ED4B-F778-578B-0F47B09BF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B3DF8-0ECF-AC99-0D21-6DDA4708F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F7CCBF-440B-17A7-C682-41DCEEB8B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7AF0-DF81-4E92-B766-90E978C753E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6612B-DCE2-49AE-72A9-E9F0A1F36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15FBDA-423B-339D-B1F7-578F14BB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0EB8-6130-4541-9AB5-B8CEE0DDE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05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77452-6698-2921-4CBE-1FDC18098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542268-A2C1-D893-0703-794036247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7AF0-DF81-4E92-B766-90E978C753E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63D3F-889F-93E7-C696-7F6CA226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648FC6-BC8E-B01A-596D-F545810C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0EB8-6130-4541-9AB5-B8CEE0DDE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0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3AA8DF-2E87-6D49-5A74-CF47C639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7AF0-DF81-4E92-B766-90E978C753E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F8C5A-7613-8A99-85AA-13C2FBBAE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4C92D-CC5B-E3CC-468C-884D6BAD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0EB8-6130-4541-9AB5-B8CEE0DDE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91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6D9D-F993-ED18-2BF8-AA29FD998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FD5CB-AF19-8C33-9EB2-42AA5DC6F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D0210-788A-464D-44E4-C9DF49981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5EC5A-2281-6D02-A228-239FA5432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7AF0-DF81-4E92-B766-90E978C753E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B542A-83A9-41CF-48BB-6AE2B99C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2A8A0-F7FD-DF6D-83B1-D4B5D4389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0EB8-6130-4541-9AB5-B8CEE0DDE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10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02BF1-5BFE-13AC-6E88-D94D6E7D7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1F466-BBDB-BD53-08CA-3F6D4B1AB0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21469-E048-5E96-ABAA-62566D979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D25DA-D7E0-AE9B-41B8-98F58CFB9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7AF0-DF81-4E92-B766-90E978C753E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3EB8C-C409-6C27-9C6A-777975039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481F0-1D8D-4E16-DB4E-F0DD4704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0EB8-6130-4541-9AB5-B8CEE0DDE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61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B86B-43F2-3937-82B5-18BDE977F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E6EC5-09AD-DDB8-A62E-E5AF80E37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3FE0B-4368-F55E-4E0A-687F7CB4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7AF0-DF81-4E92-B766-90E978C753E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CE283-0683-78EA-1AF1-0D4A18345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7EEDF-717B-8AA7-8195-5CF019601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0EB8-6130-4541-9AB5-B8CEE0DDE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31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FE993D-815C-B375-5A12-14F35C6B81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B69CE-CFBE-FBF7-D19A-A3A79B87F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1BB51-B9F9-5D5D-C6DA-A863B2A8C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7AF0-DF81-4E92-B766-90E978C753E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8F48C-D1A9-45B3-4D96-0A3DEDFC2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0C76F-90D2-6D9E-10BE-89A1EF53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0EB8-6130-4541-9AB5-B8CEE0DDE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30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DF0124-1880-8549-120B-AB46E6D0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8C6B2-F253-44C6-DEB2-F3455AEB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E416E-B1A4-3BD5-57C2-7A837C302C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07AF0-DF81-4E92-B766-90E978C753E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2A562-5F92-007B-1A7A-814B10D8D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AFBA9-E691-6C1E-9C51-AE10E7FD8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60EB8-6130-4541-9AB5-B8CEE0DDE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6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i94QoqvmgrM?feature=oembed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Np93N_oHT-8?feature=oembed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5BT9q2PRQTA?feature=oembed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aU8BkqmXzo?feature=oembed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w0FYxgHxsE?feature=oembed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i94QoqvmgrM?feature=oembed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Np93N_oHT-8?feature=oembed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5BT9q2PRQTA?feature=oembed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aU8BkqmXzo?feature=oembed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w0FYxgHxsE?feature=oembed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i94QoqvmgrM?feature=oembed" TargetMode="Externa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Np93N_oHT-8?feature=oembed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5BT9q2PRQTA?feature=oembed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aU8BkqmXzo?feature=oembed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w0FYxgHxsE?feature=oembed" TargetMode="Externa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i94QoqvmgrM?feature=oembed" TargetMode="Externa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Np93N_oHT-8?feature=oembed" TargetMode="Externa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5BT9q2PRQTA?feature=oembed" TargetMode="Externa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aU8BkqmXzo?feature=oembed" TargetMode="Externa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w0FYxgHxsE?feature=oembed" TargetMode="Externa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i94QoqvmgrM?feature=oembed" TargetMode="Externa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Np93N_oHT-8?feature=oembed" TargetMode="Externa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5BT9q2PRQTA?feature=oembed" TargetMode="Externa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aU8BkqmXzo?feature=oembed" TargetMode="Externa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w0FYxgHxsE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1FF7-4FE7-DFEF-3898-896E92143D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1 - Still Image Accuracy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60A5E-B107-66DC-ED8F-EB9C840C52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Slides 1-20</a:t>
            </a:r>
          </a:p>
        </p:txBody>
      </p:sp>
    </p:spTree>
    <p:extLst>
      <p:ext uri="{BB962C8B-B14F-4D97-AF65-F5344CB8AC3E}">
        <p14:creationId xmlns:p14="http://schemas.microsoft.com/office/powerpoint/2010/main" val="3088982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Birding Resources">
            <a:extLst>
              <a:ext uri="{FF2B5EF4-FFF2-40B4-BE49-F238E27FC236}">
                <a16:creationId xmlns:a16="http://schemas.microsoft.com/office/drawing/2014/main" id="{A679B6F4-B868-797C-C60A-4517D2E66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13" y="-4916"/>
            <a:ext cx="9982423" cy="686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982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8B279-D4BD-63E8-D7D1-605C4244F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Bald eagle from a distance | Mike Powell">
            <a:extLst>
              <a:ext uri="{FF2B5EF4-FFF2-40B4-BE49-F238E27FC236}">
                <a16:creationId xmlns:a16="http://schemas.microsoft.com/office/drawing/2014/main" id="{EED0B94B-8C9D-657C-1A0F-A14AECFC7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455" y="0"/>
            <a:ext cx="942109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6096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9154A-FFCF-CD5B-C6C0-50DC82F40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Frontiers of Hawk Identification – Hawks at a distance | Under Clear Skies">
            <a:extLst>
              <a:ext uri="{FF2B5EF4-FFF2-40B4-BE49-F238E27FC236}">
                <a16:creationId xmlns:a16="http://schemas.microsoft.com/office/drawing/2014/main" id="{FAA91345-735D-7244-FC0E-691439133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30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125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4FF9-6067-20A1-EDF3-C0B0C7F51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6" name="Picture 8" descr="Pets | Baamboozle - Baamboozle | The Most Fun Classroom Games!">
            <a:extLst>
              <a:ext uri="{FF2B5EF4-FFF2-40B4-BE49-F238E27FC236}">
                <a16:creationId xmlns:a16="http://schemas.microsoft.com/office/drawing/2014/main" id="{5B3BF50C-B027-019E-2937-B5975F113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733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9200-3A28-C1F4-55B4-C97DACD5E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d-whiskered-bulbul_01_obscured – Lonely Birder">
            <a:extLst>
              <a:ext uri="{FF2B5EF4-FFF2-40B4-BE49-F238E27FC236}">
                <a16:creationId xmlns:a16="http://schemas.microsoft.com/office/drawing/2014/main" id="{2F203C1E-7D7D-F76C-3CAA-EC2DA5B3C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793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45577-24FC-7423-C05B-110CB7EF5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liminating Cluttered Backgrounds In Your Wildlife Photos — Kevin Pepper  Photography">
            <a:extLst>
              <a:ext uri="{FF2B5EF4-FFF2-40B4-BE49-F238E27FC236}">
                <a16:creationId xmlns:a16="http://schemas.microsoft.com/office/drawing/2014/main" id="{B731E4E6-EE8E-222A-6E8A-ADF824FCC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0"/>
            <a:ext cx="10115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847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ADA7B-E7EE-9B25-1BF1-61BCBF9A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Birds: News, features and articles | Live Science">
            <a:extLst>
              <a:ext uri="{FF2B5EF4-FFF2-40B4-BE49-F238E27FC236}">
                <a16:creationId xmlns:a16="http://schemas.microsoft.com/office/drawing/2014/main" id="{648715E9-745D-A2E9-6B3B-6B6BB3E8A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807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5288D-422A-784E-1F33-EABA54A2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0" name="Picture 8" descr="Dark Bird | FranksFrankfurt - Daily Sidebars">
            <a:extLst>
              <a:ext uri="{FF2B5EF4-FFF2-40B4-BE49-F238E27FC236}">
                <a16:creationId xmlns:a16="http://schemas.microsoft.com/office/drawing/2014/main" id="{02655EF3-F116-37C1-9CC9-58F9AD96C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0"/>
            <a:ext cx="102012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881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41142-3F63-E4B8-5CD0-B3C63A66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ird Moving Wings With Motion Blur Stock Photo - Download Image Now - Bird,  Flying, Blurred Motion - iStock">
            <a:extLst>
              <a:ext uri="{FF2B5EF4-FFF2-40B4-BE49-F238E27FC236}">
                <a16:creationId xmlns:a16="http://schemas.microsoft.com/office/drawing/2014/main" id="{A9B74DFD-C489-29F2-962E-A432747FD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126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74D97-05B6-AE3D-25C9-9E5DF86B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 Camouflage Bird by Jian Xu">
            <a:extLst>
              <a:ext uri="{FF2B5EF4-FFF2-40B4-BE49-F238E27FC236}">
                <a16:creationId xmlns:a16="http://schemas.microsoft.com/office/drawing/2014/main" id="{698ACFC7-8C9D-67BD-8CE5-7065CE476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801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F4516-BFFA-FC80-CDD1-FDF671F7F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Clear sky pictures. Bright sky background. cloudless sky. 10282151 Stock  Photo at Vecteezy">
            <a:extLst>
              <a:ext uri="{FF2B5EF4-FFF2-40B4-BE49-F238E27FC236}">
                <a16:creationId xmlns:a16="http://schemas.microsoft.com/office/drawing/2014/main" id="{4057A83A-B1EB-0FCA-B5CA-0663F3992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475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26488-3752-9DB3-FC75-3B7385AC0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Is there a difference between cloudy and overcast skies? | RochesterFirst">
            <a:extLst>
              <a:ext uri="{FF2B5EF4-FFF2-40B4-BE49-F238E27FC236}">
                <a16:creationId xmlns:a16="http://schemas.microsoft.com/office/drawing/2014/main" id="{0F50E701-EF0E-13C4-6EEC-43936A496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121920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072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B88EB-16DD-B14A-0F38-1B26E430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Is There Such a Thing as Too Many Trees? - National Forest Foundation">
            <a:extLst>
              <a:ext uri="{FF2B5EF4-FFF2-40B4-BE49-F238E27FC236}">
                <a16:creationId xmlns:a16="http://schemas.microsoft.com/office/drawing/2014/main" id="{8C426739-E952-9FA1-6944-03F7F1B0F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2187318" cy="639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344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F7C8-52B2-1D6C-A0B7-C2F158C0D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wilight Urban Scene with Dramatic Cloudscape · Free Stock Photo">
            <a:extLst>
              <a:ext uri="{FF2B5EF4-FFF2-40B4-BE49-F238E27FC236}">
                <a16:creationId xmlns:a16="http://schemas.microsoft.com/office/drawing/2014/main" id="{D12D0D7B-5ADD-B5E9-4118-E9B2EC128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972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3B2E-DB34-FABE-E300-19C571BE2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5 Methods for Shoreline Erosion Control - Lakeshore Customs">
            <a:extLst>
              <a:ext uri="{FF2B5EF4-FFF2-40B4-BE49-F238E27FC236}">
                <a16:creationId xmlns:a16="http://schemas.microsoft.com/office/drawing/2014/main" id="{A95E1A81-2840-5B96-9918-32877A36A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0"/>
            <a:ext cx="10293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070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82FD3-D81C-D1BF-C56F-2BAAB32FA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orizon">
            <a:extLst>
              <a:ext uri="{FF2B5EF4-FFF2-40B4-BE49-F238E27FC236}">
                <a16:creationId xmlns:a16="http://schemas.microsoft.com/office/drawing/2014/main" id="{C9A3F517-F6CB-C90F-B4AD-659FE323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4502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CF8EA-1178-CAA6-FFF7-AF6752758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aptic Lab">
            <a:extLst>
              <a:ext uri="{FF2B5EF4-FFF2-40B4-BE49-F238E27FC236}">
                <a16:creationId xmlns:a16="http://schemas.microsoft.com/office/drawing/2014/main" id="{EA334686-2213-54E4-487F-36A649A46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960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F86A2-CBAB-6F39-DAF1-68B65410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8B3F4E82-E2D9-A820-36A3-CDD17A4A0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370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C37FA-6F59-E628-3493-E8A5ED5C9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much does an airplane weigh? Find out with EAS Barcelona.">
            <a:extLst>
              <a:ext uri="{FF2B5EF4-FFF2-40B4-BE49-F238E27FC236}">
                <a16:creationId xmlns:a16="http://schemas.microsoft.com/office/drawing/2014/main" id="{0806E6A6-0CEC-5493-BDAA-44A67F733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05" y="0"/>
            <a:ext cx="103751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1825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7D7C-6FF5-2993-E346-E25E61CD4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est drones in 2025 | Tom's Guide">
            <a:extLst>
              <a:ext uri="{FF2B5EF4-FFF2-40B4-BE49-F238E27FC236}">
                <a16:creationId xmlns:a16="http://schemas.microsoft.com/office/drawing/2014/main" id="{3240343F-B173-58C1-70D8-E070FD25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973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D460-1BD1-8679-B1BF-20C43CABD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2 – Video-Based Performance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11BD3-A306-C094-55C9-2810DF5A3F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Slides 21-25</a:t>
            </a:r>
          </a:p>
        </p:txBody>
      </p:sp>
    </p:spTree>
    <p:extLst>
      <p:ext uri="{BB962C8B-B14F-4D97-AF65-F5344CB8AC3E}">
        <p14:creationId xmlns:p14="http://schemas.microsoft.com/office/powerpoint/2010/main" val="3753693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Bald Eagle Soaring">
            <a:hlinkClick r:id="" action="ppaction://media"/>
            <a:extLst>
              <a:ext uri="{FF2B5EF4-FFF2-40B4-BE49-F238E27FC236}">
                <a16:creationId xmlns:a16="http://schemas.microsoft.com/office/drawing/2014/main" id="{A79D9A85-F8D1-0DF4-57EF-382953E3DD5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00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Birds Flying in The Sky     Non Copyright Video Clip">
            <a:hlinkClick r:id="" action="ppaction://media"/>
            <a:extLst>
              <a:ext uri="{FF2B5EF4-FFF2-40B4-BE49-F238E27FC236}">
                <a16:creationId xmlns:a16="http://schemas.microsoft.com/office/drawing/2014/main" id="{246E59FE-8ABB-C1DE-50F5-668EA1D4563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14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Tiny fast warbler bird appears behind tree trunk before quickly flying away">
            <a:hlinkClick r:id="" action="ppaction://media"/>
            <a:extLst>
              <a:ext uri="{FF2B5EF4-FFF2-40B4-BE49-F238E27FC236}">
                <a16:creationId xmlns:a16="http://schemas.microsoft.com/office/drawing/2014/main" id="{7F7AFE9E-632C-C857-8935-AF2E518FD90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86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Clouds Free STOCK FOOTAGE">
            <a:hlinkClick r:id="" action="ppaction://media"/>
            <a:extLst>
              <a:ext uri="{FF2B5EF4-FFF2-40B4-BE49-F238E27FC236}">
                <a16:creationId xmlns:a16="http://schemas.microsoft.com/office/drawing/2014/main" id="{672E3E31-F870-D67C-AF47-A0FD10671E1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2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Flying through Trees">
            <a:hlinkClick r:id="" action="ppaction://media"/>
            <a:extLst>
              <a:ext uri="{FF2B5EF4-FFF2-40B4-BE49-F238E27FC236}">
                <a16:creationId xmlns:a16="http://schemas.microsoft.com/office/drawing/2014/main" id="{30AD16CC-2989-9CED-1768-48C255B067C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25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E3C0E-9FAA-446E-C917-B7534230CC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3 – Robustness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EBDDBF-C66E-0EF5-10F3-74C12B0A2F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 3, 5, 8, 11, 13,19, 20</a:t>
            </a:r>
          </a:p>
        </p:txBody>
      </p:sp>
    </p:spTree>
    <p:extLst>
      <p:ext uri="{BB962C8B-B14F-4D97-AF65-F5344CB8AC3E}">
        <p14:creationId xmlns:p14="http://schemas.microsoft.com/office/powerpoint/2010/main" val="313184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9EE8-F558-0715-B6C6-908CDCA4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Frontiers of Hawk Identification – Hawks at a distance | Under Clear Skies">
            <a:extLst>
              <a:ext uri="{FF2B5EF4-FFF2-40B4-BE49-F238E27FC236}">
                <a16:creationId xmlns:a16="http://schemas.microsoft.com/office/drawing/2014/main" id="{22098537-DF43-54CB-43FE-ED18A7812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30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662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32DBA-C44B-47BA-6798-FCA83D7C0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d-whiskered-bulbul_01_obscured – Lonely Birder">
            <a:extLst>
              <a:ext uri="{FF2B5EF4-FFF2-40B4-BE49-F238E27FC236}">
                <a16:creationId xmlns:a16="http://schemas.microsoft.com/office/drawing/2014/main" id="{D77AD156-248B-9537-3B67-6E991D75E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775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DC44A-CB03-2D4E-CE0E-BC420DE68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0" name="Picture 8" descr="Dark Bird | FranksFrankfurt - Daily Sidebars">
            <a:extLst>
              <a:ext uri="{FF2B5EF4-FFF2-40B4-BE49-F238E27FC236}">
                <a16:creationId xmlns:a16="http://schemas.microsoft.com/office/drawing/2014/main" id="{815EB533-6B6F-24BA-4E14-27FDA640A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0"/>
            <a:ext cx="102012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816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39EFB-3045-B443-C1E7-F0C4D73EA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Clear sky pictures. Bright sky background. cloudless sky. 10282151 Stock  Photo at Vecteezy">
            <a:extLst>
              <a:ext uri="{FF2B5EF4-FFF2-40B4-BE49-F238E27FC236}">
                <a16:creationId xmlns:a16="http://schemas.microsoft.com/office/drawing/2014/main" id="{CE27F074-8D0C-55BB-F264-B991C6C69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9385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0D4C0-4DA0-4536-64A5-CAD17E0CD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Is There Such a Thing as Too Many Trees? - National Forest Foundation">
            <a:extLst>
              <a:ext uri="{FF2B5EF4-FFF2-40B4-BE49-F238E27FC236}">
                <a16:creationId xmlns:a16="http://schemas.microsoft.com/office/drawing/2014/main" id="{C7C98D03-859D-D835-997D-7E332E3D0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2187318" cy="639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017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7B1E3-931E-A92D-F9A3-AA3C477E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much does an airplane weigh? Find out with EAS Barcelona.">
            <a:extLst>
              <a:ext uri="{FF2B5EF4-FFF2-40B4-BE49-F238E27FC236}">
                <a16:creationId xmlns:a16="http://schemas.microsoft.com/office/drawing/2014/main" id="{E11D6059-4276-22B6-F135-856B28CCD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05" y="0"/>
            <a:ext cx="103751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992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8C794-8415-0769-87A9-0168F3A0D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est drones in 2025 | Tom's Guide">
            <a:extLst>
              <a:ext uri="{FF2B5EF4-FFF2-40B4-BE49-F238E27FC236}">
                <a16:creationId xmlns:a16="http://schemas.microsoft.com/office/drawing/2014/main" id="{0E169645-0738-95DE-BE2C-58307F58D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32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6CF2-2A9B-428F-A312-3ADDCF9495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4 – Continuous Stability and Responsiveness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A1429-5841-04BB-5957-8418826B18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All slides (x4)</a:t>
            </a:r>
          </a:p>
        </p:txBody>
      </p:sp>
    </p:spTree>
    <p:extLst>
      <p:ext uri="{BB962C8B-B14F-4D97-AF65-F5344CB8AC3E}">
        <p14:creationId xmlns:p14="http://schemas.microsoft.com/office/powerpoint/2010/main" val="1432083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C1949-1223-7D8F-BDF5-7198CD8BA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Birding Resources">
            <a:extLst>
              <a:ext uri="{FF2B5EF4-FFF2-40B4-BE49-F238E27FC236}">
                <a16:creationId xmlns:a16="http://schemas.microsoft.com/office/drawing/2014/main" id="{5E3382CE-A6D2-8A2B-082E-6E6C587DB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13" y="-4916"/>
            <a:ext cx="9982423" cy="686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898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24937-CFFB-4E81-EEA7-316FA17F9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Bald eagle from a distance | Mike Powell">
            <a:extLst>
              <a:ext uri="{FF2B5EF4-FFF2-40B4-BE49-F238E27FC236}">
                <a16:creationId xmlns:a16="http://schemas.microsoft.com/office/drawing/2014/main" id="{1CEFD49F-49FD-B8C3-5840-7D518EF64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455" y="0"/>
            <a:ext cx="942109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09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E074-24F7-AF2A-E72C-88C95831F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Frontiers of Hawk Identification – Hawks at a distance | Under Clear Skies">
            <a:extLst>
              <a:ext uri="{FF2B5EF4-FFF2-40B4-BE49-F238E27FC236}">
                <a16:creationId xmlns:a16="http://schemas.microsoft.com/office/drawing/2014/main" id="{9EC99F45-D8DF-60F6-B34F-DF215BF75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30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0429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78BB-05C8-EBE7-023F-E5AAA673F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6" name="Picture 8" descr="Pets | Baamboozle - Baamboozle | The Most Fun Classroom Games!">
            <a:extLst>
              <a:ext uri="{FF2B5EF4-FFF2-40B4-BE49-F238E27FC236}">
                <a16:creationId xmlns:a16="http://schemas.microsoft.com/office/drawing/2014/main" id="{1FA7D0A3-BE73-8771-BF42-14EE6D1B3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224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2173B-C64C-41D1-AEAD-A9B21E31E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d-whiskered-bulbul_01_obscured – Lonely Birder">
            <a:extLst>
              <a:ext uri="{FF2B5EF4-FFF2-40B4-BE49-F238E27FC236}">
                <a16:creationId xmlns:a16="http://schemas.microsoft.com/office/drawing/2014/main" id="{A37E864F-7D4D-E0B8-F582-DB360E2A9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0891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CF62-7168-8EF2-65D4-FEA24C70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liminating Cluttered Backgrounds In Your Wildlife Photos — Kevin Pepper  Photography">
            <a:extLst>
              <a:ext uri="{FF2B5EF4-FFF2-40B4-BE49-F238E27FC236}">
                <a16:creationId xmlns:a16="http://schemas.microsoft.com/office/drawing/2014/main" id="{DB8CA7BD-1022-DB84-0728-455C86E8E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0"/>
            <a:ext cx="10115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76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EE21-C40A-B2B0-26FE-288D0C2E2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Birds: News, features and articles | Live Science">
            <a:extLst>
              <a:ext uri="{FF2B5EF4-FFF2-40B4-BE49-F238E27FC236}">
                <a16:creationId xmlns:a16="http://schemas.microsoft.com/office/drawing/2014/main" id="{85437507-E615-70FA-6E92-E4DC85254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648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003EE-749D-95A9-E929-83DA46EED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0" name="Picture 8" descr="Dark Bird | FranksFrankfurt - Daily Sidebars">
            <a:extLst>
              <a:ext uri="{FF2B5EF4-FFF2-40B4-BE49-F238E27FC236}">
                <a16:creationId xmlns:a16="http://schemas.microsoft.com/office/drawing/2014/main" id="{D6425FA3-B481-762A-60C5-371DA0E23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0"/>
            <a:ext cx="102012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748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E3169-C807-E331-FE67-618C4F6D1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ird Moving Wings With Motion Blur Stock Photo - Download Image Now - Bird,  Flying, Blurred Motion - iStock">
            <a:extLst>
              <a:ext uri="{FF2B5EF4-FFF2-40B4-BE49-F238E27FC236}">
                <a16:creationId xmlns:a16="http://schemas.microsoft.com/office/drawing/2014/main" id="{309CCD72-4CF3-A899-D691-CF49FCBBC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9088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FA084-292A-D317-300A-CDD0C8308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 Camouflage Bird by Jian Xu">
            <a:extLst>
              <a:ext uri="{FF2B5EF4-FFF2-40B4-BE49-F238E27FC236}">
                <a16:creationId xmlns:a16="http://schemas.microsoft.com/office/drawing/2014/main" id="{419105F9-2096-4E17-48C1-84A00D629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0349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CDB45-19C0-BAF8-922E-A2D205F27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Clear sky pictures. Bright sky background. cloudless sky. 10282151 Stock  Photo at Vecteezy">
            <a:extLst>
              <a:ext uri="{FF2B5EF4-FFF2-40B4-BE49-F238E27FC236}">
                <a16:creationId xmlns:a16="http://schemas.microsoft.com/office/drawing/2014/main" id="{3102CD8F-544C-BBEB-18E6-14DDFCFCC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536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2DFF2-EBD4-F2CC-7068-B466CFFCC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Is there a difference between cloudy and overcast skies? | RochesterFirst">
            <a:extLst>
              <a:ext uri="{FF2B5EF4-FFF2-40B4-BE49-F238E27FC236}">
                <a16:creationId xmlns:a16="http://schemas.microsoft.com/office/drawing/2014/main" id="{3935AC32-3B51-20F4-4C1C-8308D67BE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121920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716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7B556-4955-B2A6-D581-D244C41A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Is There Such a Thing as Too Many Trees? - National Forest Foundation">
            <a:extLst>
              <a:ext uri="{FF2B5EF4-FFF2-40B4-BE49-F238E27FC236}">
                <a16:creationId xmlns:a16="http://schemas.microsoft.com/office/drawing/2014/main" id="{F921D4F5-11A1-DF14-0CBA-25FC6C0DF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2187318" cy="639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547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A9262-E156-82FB-B04F-C6CA81AE5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wilight Urban Scene with Dramatic Cloudscape · Free Stock Photo">
            <a:extLst>
              <a:ext uri="{FF2B5EF4-FFF2-40B4-BE49-F238E27FC236}">
                <a16:creationId xmlns:a16="http://schemas.microsoft.com/office/drawing/2014/main" id="{1DBB927F-C841-6A07-5070-68AA7B5A7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448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C419F-6520-5BEC-3532-6EEC2A9D5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5 Methods for Shoreline Erosion Control - Lakeshore Customs">
            <a:extLst>
              <a:ext uri="{FF2B5EF4-FFF2-40B4-BE49-F238E27FC236}">
                <a16:creationId xmlns:a16="http://schemas.microsoft.com/office/drawing/2014/main" id="{FD602AE2-17B7-F80B-5B6E-59F797D8B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0"/>
            <a:ext cx="10293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3942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A71A3-6BE2-E00A-9017-CA9BE2F55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orizon">
            <a:extLst>
              <a:ext uri="{FF2B5EF4-FFF2-40B4-BE49-F238E27FC236}">
                <a16:creationId xmlns:a16="http://schemas.microsoft.com/office/drawing/2014/main" id="{1B970FF0-1F01-5512-C8BE-8127DFE9E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94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F0541-E638-CB20-4FA7-68BC33CB5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aptic Lab">
            <a:extLst>
              <a:ext uri="{FF2B5EF4-FFF2-40B4-BE49-F238E27FC236}">
                <a16:creationId xmlns:a16="http://schemas.microsoft.com/office/drawing/2014/main" id="{A5B2B8E4-4EEB-DE66-47B2-BBCFCA4D4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375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D3B38-A5A8-51AA-001D-CA781D887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D741136E-07B6-CEF4-1259-5E8AFC4DC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5291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4250D-0297-89D8-F0DF-70CC953B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much does an airplane weigh? Find out with EAS Barcelona.">
            <a:extLst>
              <a:ext uri="{FF2B5EF4-FFF2-40B4-BE49-F238E27FC236}">
                <a16:creationId xmlns:a16="http://schemas.microsoft.com/office/drawing/2014/main" id="{37DF5371-7917-6219-B315-63F49B16D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05" y="0"/>
            <a:ext cx="103751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247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AA823-1FB0-3F6C-4F62-E99ABE775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est drones in 2025 | Tom's Guide">
            <a:extLst>
              <a:ext uri="{FF2B5EF4-FFF2-40B4-BE49-F238E27FC236}">
                <a16:creationId xmlns:a16="http://schemas.microsoft.com/office/drawing/2014/main" id="{8E1FD08A-6E37-DAC4-34FC-D15EF06D3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541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AC7B-2FF5-EDC6-F6BC-4CB270FDE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Bald Eagle Soaring">
            <a:hlinkClick r:id="" action="ppaction://media"/>
            <a:extLst>
              <a:ext uri="{FF2B5EF4-FFF2-40B4-BE49-F238E27FC236}">
                <a16:creationId xmlns:a16="http://schemas.microsoft.com/office/drawing/2014/main" id="{173A1F43-A471-2A42-2507-F132AC37EFD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33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D28A8-9FB7-3C1C-F45C-2BFDCF3B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Birds Flying in The Sky     Non Copyright Video Clip">
            <a:hlinkClick r:id="" action="ppaction://media"/>
            <a:extLst>
              <a:ext uri="{FF2B5EF4-FFF2-40B4-BE49-F238E27FC236}">
                <a16:creationId xmlns:a16="http://schemas.microsoft.com/office/drawing/2014/main" id="{6F637119-A63A-FC7E-D688-A1B0592A8B2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39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2B31E-0D57-FE70-8AF5-BC6815448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Tiny fast warbler bird appears behind tree trunk before quickly flying away">
            <a:hlinkClick r:id="" action="ppaction://media"/>
            <a:extLst>
              <a:ext uri="{FF2B5EF4-FFF2-40B4-BE49-F238E27FC236}">
                <a16:creationId xmlns:a16="http://schemas.microsoft.com/office/drawing/2014/main" id="{CA313513-C8D7-2BF9-32EE-C3A2E23E056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15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0482-FD2D-2CA8-0B03-7ED68C43E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Clouds Free STOCK FOOTAGE">
            <a:hlinkClick r:id="" action="ppaction://media"/>
            <a:extLst>
              <a:ext uri="{FF2B5EF4-FFF2-40B4-BE49-F238E27FC236}">
                <a16:creationId xmlns:a16="http://schemas.microsoft.com/office/drawing/2014/main" id="{02C14247-0369-4129-FD1F-DA454F1DA1E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49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9DC55-996D-A50F-9804-BDA607F7F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Flying through Trees">
            <a:hlinkClick r:id="" action="ppaction://media"/>
            <a:extLst>
              <a:ext uri="{FF2B5EF4-FFF2-40B4-BE49-F238E27FC236}">
                <a16:creationId xmlns:a16="http://schemas.microsoft.com/office/drawing/2014/main" id="{64A0F62D-C2BB-0D14-BBF2-FDAB35AAC15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9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C5BFB-EFC3-6F40-CCCA-2C66602F1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Birding Resources">
            <a:extLst>
              <a:ext uri="{FF2B5EF4-FFF2-40B4-BE49-F238E27FC236}">
                <a16:creationId xmlns:a16="http://schemas.microsoft.com/office/drawing/2014/main" id="{5E41FADB-8028-B19B-791D-3ACD2E3ED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13" y="-4916"/>
            <a:ext cx="9982423" cy="686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32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B86C8-D3F5-4EBD-855A-342C58414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Bald eagle from a distance | Mike Powell">
            <a:extLst>
              <a:ext uri="{FF2B5EF4-FFF2-40B4-BE49-F238E27FC236}">
                <a16:creationId xmlns:a16="http://schemas.microsoft.com/office/drawing/2014/main" id="{2F85C82D-7EB7-2A37-83F6-7B1D47491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455" y="0"/>
            <a:ext cx="942109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892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D0242-6EC7-526B-05E4-6AEFFF06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Frontiers of Hawk Identification – Hawks at a distance | Under Clear Skies">
            <a:extLst>
              <a:ext uri="{FF2B5EF4-FFF2-40B4-BE49-F238E27FC236}">
                <a16:creationId xmlns:a16="http://schemas.microsoft.com/office/drawing/2014/main" id="{39857302-0527-8B54-4B83-A6E8B5547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30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959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0802D-BD6E-6CC7-BAF6-C3BAC0EB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6" name="Picture 8" descr="Pets | Baamboozle - Baamboozle | The Most Fun Classroom Games!">
            <a:extLst>
              <a:ext uri="{FF2B5EF4-FFF2-40B4-BE49-F238E27FC236}">
                <a16:creationId xmlns:a16="http://schemas.microsoft.com/office/drawing/2014/main" id="{FB85D31A-C89E-8FC4-4CA2-F94C2F546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286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BD9-144B-3893-3897-29D3262ED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d-whiskered-bulbul_01_obscured – Lonely Birder">
            <a:extLst>
              <a:ext uri="{FF2B5EF4-FFF2-40B4-BE49-F238E27FC236}">
                <a16:creationId xmlns:a16="http://schemas.microsoft.com/office/drawing/2014/main" id="{90EE6AE7-BC9E-6BC2-CB1A-CB284C9A1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871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32498-C853-46FE-E673-9BA29FD35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liminating Cluttered Backgrounds In Your Wildlife Photos — Kevin Pepper  Photography">
            <a:extLst>
              <a:ext uri="{FF2B5EF4-FFF2-40B4-BE49-F238E27FC236}">
                <a16:creationId xmlns:a16="http://schemas.microsoft.com/office/drawing/2014/main" id="{DB406C49-777D-6366-47E2-A14D8D97E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0"/>
            <a:ext cx="10115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100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55875-C7E9-ADBD-0D7A-818E78FC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Birds: News, features and articles | Live Science">
            <a:extLst>
              <a:ext uri="{FF2B5EF4-FFF2-40B4-BE49-F238E27FC236}">
                <a16:creationId xmlns:a16="http://schemas.microsoft.com/office/drawing/2014/main" id="{D73C273E-4DA6-67F8-9276-C412F3D63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051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0308A-49CA-1D6E-C18A-46FE3EB51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0" name="Picture 8" descr="Dark Bird | FranksFrankfurt - Daily Sidebars">
            <a:extLst>
              <a:ext uri="{FF2B5EF4-FFF2-40B4-BE49-F238E27FC236}">
                <a16:creationId xmlns:a16="http://schemas.microsoft.com/office/drawing/2014/main" id="{6DAB3661-00D3-847D-39F7-6B98FB595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0"/>
            <a:ext cx="102012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2587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DA82-5F68-F965-25FD-632C7D6D8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ird Moving Wings With Motion Blur Stock Photo - Download Image Now - Bird,  Flying, Blurred Motion - iStock">
            <a:extLst>
              <a:ext uri="{FF2B5EF4-FFF2-40B4-BE49-F238E27FC236}">
                <a16:creationId xmlns:a16="http://schemas.microsoft.com/office/drawing/2014/main" id="{F08F7408-E3D0-E351-867C-0CA04EB0D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430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DDA9D-9490-9B9F-3D70-FB282E348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 Camouflage Bird by Jian Xu">
            <a:extLst>
              <a:ext uri="{FF2B5EF4-FFF2-40B4-BE49-F238E27FC236}">
                <a16:creationId xmlns:a16="http://schemas.microsoft.com/office/drawing/2014/main" id="{8FFE498B-6082-D69B-5E40-4D36AE7E7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969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3F016-1B24-AA79-E63E-EAE19A289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Clear sky pictures. Bright sky background. cloudless sky. 10282151 Stock  Photo at Vecteezy">
            <a:extLst>
              <a:ext uri="{FF2B5EF4-FFF2-40B4-BE49-F238E27FC236}">
                <a16:creationId xmlns:a16="http://schemas.microsoft.com/office/drawing/2014/main" id="{F24DEB62-4BED-04D0-7463-9F2CEAFC1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577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A91BD-D9DA-5B40-975B-484499988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Is there a difference between cloudy and overcast skies? | RochesterFirst">
            <a:extLst>
              <a:ext uri="{FF2B5EF4-FFF2-40B4-BE49-F238E27FC236}">
                <a16:creationId xmlns:a16="http://schemas.microsoft.com/office/drawing/2014/main" id="{BD47EFE7-EA20-EF36-AF8C-E993037E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121920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463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BD88-6A2A-D564-13BF-7252D9553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Is There Such a Thing as Too Many Trees? - National Forest Foundation">
            <a:extLst>
              <a:ext uri="{FF2B5EF4-FFF2-40B4-BE49-F238E27FC236}">
                <a16:creationId xmlns:a16="http://schemas.microsoft.com/office/drawing/2014/main" id="{DC33CCCD-9F91-32B0-20E9-339DABCCC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2187318" cy="639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784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378BF-7C60-D5A3-A4B2-7693B110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wilight Urban Scene with Dramatic Cloudscape · Free Stock Photo">
            <a:extLst>
              <a:ext uri="{FF2B5EF4-FFF2-40B4-BE49-F238E27FC236}">
                <a16:creationId xmlns:a16="http://schemas.microsoft.com/office/drawing/2014/main" id="{374CC27B-76E3-2B77-CB13-F9D3FE623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254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54284-6ADC-64BF-E20F-F06B2FD45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5 Methods for Shoreline Erosion Control - Lakeshore Customs">
            <a:extLst>
              <a:ext uri="{FF2B5EF4-FFF2-40B4-BE49-F238E27FC236}">
                <a16:creationId xmlns:a16="http://schemas.microsoft.com/office/drawing/2014/main" id="{4E46F1F5-C7F2-0832-F00C-CF1E55C0E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0"/>
            <a:ext cx="10293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222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2B80B-0001-7CDF-01A4-97DB2D2BC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orizon">
            <a:extLst>
              <a:ext uri="{FF2B5EF4-FFF2-40B4-BE49-F238E27FC236}">
                <a16:creationId xmlns:a16="http://schemas.microsoft.com/office/drawing/2014/main" id="{4D5919F8-45BC-A109-B4CD-1BF05E17F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351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9737A-0D6C-92A2-60DA-B9A79F2C8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aptic Lab">
            <a:extLst>
              <a:ext uri="{FF2B5EF4-FFF2-40B4-BE49-F238E27FC236}">
                <a16:creationId xmlns:a16="http://schemas.microsoft.com/office/drawing/2014/main" id="{32E41129-1CDF-429B-5A0B-6835B46EA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349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CEE26-6860-E0D2-9E51-9F7F6AD1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6AF8F8EC-70A7-5AD7-EF9B-7E388DFF0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445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49BE-555F-4B08-9EFB-9D98D5575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much does an airplane weigh? Find out with EAS Barcelona.">
            <a:extLst>
              <a:ext uri="{FF2B5EF4-FFF2-40B4-BE49-F238E27FC236}">
                <a16:creationId xmlns:a16="http://schemas.microsoft.com/office/drawing/2014/main" id="{A4833CF4-136D-AAE2-21DE-24D87EB2D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05" y="0"/>
            <a:ext cx="103751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88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F6094-5B15-1210-05C2-38161820C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est drones in 2025 | Tom's Guide">
            <a:extLst>
              <a:ext uri="{FF2B5EF4-FFF2-40B4-BE49-F238E27FC236}">
                <a16:creationId xmlns:a16="http://schemas.microsoft.com/office/drawing/2014/main" id="{AD7478E9-31FA-854C-3747-79260FA0A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829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0B83D-2C87-7C6D-FA68-E98C44B3F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Bald Eagle Soaring">
            <a:hlinkClick r:id="" action="ppaction://media"/>
            <a:extLst>
              <a:ext uri="{FF2B5EF4-FFF2-40B4-BE49-F238E27FC236}">
                <a16:creationId xmlns:a16="http://schemas.microsoft.com/office/drawing/2014/main" id="{8EF70B0B-E05B-43BF-79BC-76CF965F9B3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305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5BABC-809A-C9E7-E670-32EA6958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Birds Flying in The Sky     Non Copyright Video Clip">
            <a:hlinkClick r:id="" action="ppaction://media"/>
            <a:extLst>
              <a:ext uri="{FF2B5EF4-FFF2-40B4-BE49-F238E27FC236}">
                <a16:creationId xmlns:a16="http://schemas.microsoft.com/office/drawing/2014/main" id="{A3253E7C-48E3-DB89-1AAA-FF8EE4F710E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85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44245-C080-DE9F-C98D-A552AF3B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Tiny fast warbler bird appears behind tree trunk before quickly flying away">
            <a:hlinkClick r:id="" action="ppaction://media"/>
            <a:extLst>
              <a:ext uri="{FF2B5EF4-FFF2-40B4-BE49-F238E27FC236}">
                <a16:creationId xmlns:a16="http://schemas.microsoft.com/office/drawing/2014/main" id="{56FB04BC-CF0C-BC6C-83E2-ABBBEF480D4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094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FFFC9-A3AA-1930-A6EF-13CF4467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Clouds Free STOCK FOOTAGE">
            <a:hlinkClick r:id="" action="ppaction://media"/>
            <a:extLst>
              <a:ext uri="{FF2B5EF4-FFF2-40B4-BE49-F238E27FC236}">
                <a16:creationId xmlns:a16="http://schemas.microsoft.com/office/drawing/2014/main" id="{FB4840BD-E090-3080-D4A8-A241C3BB165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63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8312-6E97-8F06-953A-8A5AAF31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Flying through Trees">
            <a:hlinkClick r:id="" action="ppaction://media"/>
            <a:extLst>
              <a:ext uri="{FF2B5EF4-FFF2-40B4-BE49-F238E27FC236}">
                <a16:creationId xmlns:a16="http://schemas.microsoft.com/office/drawing/2014/main" id="{74D1062E-62DE-DF94-847A-D4F87355F76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2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399D4-6BE3-898A-D710-D4BE1D5E7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Birding Resources">
            <a:extLst>
              <a:ext uri="{FF2B5EF4-FFF2-40B4-BE49-F238E27FC236}">
                <a16:creationId xmlns:a16="http://schemas.microsoft.com/office/drawing/2014/main" id="{9B6BD15C-FB0A-139E-4907-F0ACF42F3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13" y="-4916"/>
            <a:ext cx="9982423" cy="686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459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18F6C-72FB-EA88-C229-14024AD6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Bald eagle from a distance | Mike Powell">
            <a:extLst>
              <a:ext uri="{FF2B5EF4-FFF2-40B4-BE49-F238E27FC236}">
                <a16:creationId xmlns:a16="http://schemas.microsoft.com/office/drawing/2014/main" id="{64D175D1-7F43-702D-89E8-5E8049211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455" y="0"/>
            <a:ext cx="942109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266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2CE41-E2B2-A537-6708-1D6EB39B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Frontiers of Hawk Identification – Hawks at a distance | Under Clear Skies">
            <a:extLst>
              <a:ext uri="{FF2B5EF4-FFF2-40B4-BE49-F238E27FC236}">
                <a16:creationId xmlns:a16="http://schemas.microsoft.com/office/drawing/2014/main" id="{8E3040CC-18BF-DBD3-30ED-ED9D10EB6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30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96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327A0-0281-AD3F-62ED-685532F8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6" name="Picture 8" descr="Pets | Baamboozle - Baamboozle | The Most Fun Classroom Games!">
            <a:extLst>
              <a:ext uri="{FF2B5EF4-FFF2-40B4-BE49-F238E27FC236}">
                <a16:creationId xmlns:a16="http://schemas.microsoft.com/office/drawing/2014/main" id="{948C650F-1136-BCF9-B9F0-DAA8E7610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597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FB52C-07CE-210D-2A4A-CB619501C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d-whiskered-bulbul_01_obscured – Lonely Birder">
            <a:extLst>
              <a:ext uri="{FF2B5EF4-FFF2-40B4-BE49-F238E27FC236}">
                <a16:creationId xmlns:a16="http://schemas.microsoft.com/office/drawing/2014/main" id="{91E05EDC-38AA-C0D2-ECFB-5C53919DC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196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1A681-8B01-A891-6734-E57AC1BE6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liminating Cluttered Backgrounds In Your Wildlife Photos — Kevin Pepper  Photography">
            <a:extLst>
              <a:ext uri="{FF2B5EF4-FFF2-40B4-BE49-F238E27FC236}">
                <a16:creationId xmlns:a16="http://schemas.microsoft.com/office/drawing/2014/main" id="{D0F14F9B-410A-4140-73A4-8BD4DDD5A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0"/>
            <a:ext cx="10115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856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E160-4C74-B2EF-20AE-0402748F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Birds: News, features and articles | Live Science">
            <a:extLst>
              <a:ext uri="{FF2B5EF4-FFF2-40B4-BE49-F238E27FC236}">
                <a16:creationId xmlns:a16="http://schemas.microsoft.com/office/drawing/2014/main" id="{1440945B-8E8E-7481-61C2-3F0C466B1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164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F25E3-9CD9-A9FC-D540-4CC63827B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0" name="Picture 8" descr="Dark Bird | FranksFrankfurt - Daily Sidebars">
            <a:extLst>
              <a:ext uri="{FF2B5EF4-FFF2-40B4-BE49-F238E27FC236}">
                <a16:creationId xmlns:a16="http://schemas.microsoft.com/office/drawing/2014/main" id="{7669DA38-E46E-8900-3566-26A87C877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0"/>
            <a:ext cx="102012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208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6FC6B-C65F-201F-430B-A5CC10BC2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ird Moving Wings With Motion Blur Stock Photo - Download Image Now - Bird,  Flying, Blurred Motion - iStock">
            <a:extLst>
              <a:ext uri="{FF2B5EF4-FFF2-40B4-BE49-F238E27FC236}">
                <a16:creationId xmlns:a16="http://schemas.microsoft.com/office/drawing/2014/main" id="{2D301CFB-FB6D-5EFA-6889-F0E5B9D55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851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F7F4F-1EE3-00BE-7B47-37762574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 Camouflage Bird by Jian Xu">
            <a:extLst>
              <a:ext uri="{FF2B5EF4-FFF2-40B4-BE49-F238E27FC236}">
                <a16:creationId xmlns:a16="http://schemas.microsoft.com/office/drawing/2014/main" id="{C852843E-BC1A-0F8E-9D05-C60DB96FA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537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76EE2-38AA-7DDD-44D5-4F3B7D02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Clear sky pictures. Bright sky background. cloudless sky. 10282151 Stock  Photo at Vecteezy">
            <a:extLst>
              <a:ext uri="{FF2B5EF4-FFF2-40B4-BE49-F238E27FC236}">
                <a16:creationId xmlns:a16="http://schemas.microsoft.com/office/drawing/2014/main" id="{72C5EF93-44B1-AD7A-0278-A609E5AAD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438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EF75A-F2AA-EA93-FB8E-E4737A2B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Is there a difference between cloudy and overcast skies? | RochesterFirst">
            <a:extLst>
              <a:ext uri="{FF2B5EF4-FFF2-40B4-BE49-F238E27FC236}">
                <a16:creationId xmlns:a16="http://schemas.microsoft.com/office/drawing/2014/main" id="{3849A682-7C36-4114-3456-9EBF0DD08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121920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399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44F7C-09A8-2AD0-5200-0980112D9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Is There Such a Thing as Too Many Trees? - National Forest Foundation">
            <a:extLst>
              <a:ext uri="{FF2B5EF4-FFF2-40B4-BE49-F238E27FC236}">
                <a16:creationId xmlns:a16="http://schemas.microsoft.com/office/drawing/2014/main" id="{662AD4E7-BB8C-5D27-11E1-D3D8924BF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2187318" cy="639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747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BE6E5-8B91-D797-E756-D0C42FDA7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wilight Urban Scene with Dramatic Cloudscape · Free Stock Photo">
            <a:extLst>
              <a:ext uri="{FF2B5EF4-FFF2-40B4-BE49-F238E27FC236}">
                <a16:creationId xmlns:a16="http://schemas.microsoft.com/office/drawing/2014/main" id="{83425E11-4E99-A16F-CEC4-97F3B2105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229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4A4A9-B4EB-32CC-20AE-A18862CD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5 Methods for Shoreline Erosion Control - Lakeshore Customs">
            <a:extLst>
              <a:ext uri="{FF2B5EF4-FFF2-40B4-BE49-F238E27FC236}">
                <a16:creationId xmlns:a16="http://schemas.microsoft.com/office/drawing/2014/main" id="{911782B5-CBDD-A09A-D226-3AACFBD32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0"/>
            <a:ext cx="10293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531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0E5EC-52CA-0298-3A9C-E611B66D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orizon">
            <a:extLst>
              <a:ext uri="{FF2B5EF4-FFF2-40B4-BE49-F238E27FC236}">
                <a16:creationId xmlns:a16="http://schemas.microsoft.com/office/drawing/2014/main" id="{B502C277-310C-1EA1-A32F-10D71A9C5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745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33CE2-CAD8-B5A7-D791-B029EDCAE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aptic Lab">
            <a:extLst>
              <a:ext uri="{FF2B5EF4-FFF2-40B4-BE49-F238E27FC236}">
                <a16:creationId xmlns:a16="http://schemas.microsoft.com/office/drawing/2014/main" id="{B1461271-6F4A-7C2E-9E74-78B2307A0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60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E529-7A34-D2E8-43D0-43EFFAA0F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C9FDF6B1-6C1E-E619-1E8E-C8B791AD8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413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6A755-B95A-1522-999A-9CE12FBD0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much does an airplane weigh? Find out with EAS Barcelona.">
            <a:extLst>
              <a:ext uri="{FF2B5EF4-FFF2-40B4-BE49-F238E27FC236}">
                <a16:creationId xmlns:a16="http://schemas.microsoft.com/office/drawing/2014/main" id="{44325829-03E7-6CB1-A1F1-D99C5FE63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05" y="0"/>
            <a:ext cx="103751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867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E531B-5E5B-C931-1CE6-BF7CF77B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est drones in 2025 | Tom's Guide">
            <a:extLst>
              <a:ext uri="{FF2B5EF4-FFF2-40B4-BE49-F238E27FC236}">
                <a16:creationId xmlns:a16="http://schemas.microsoft.com/office/drawing/2014/main" id="{96EACDEA-B9D2-3EE8-2547-6325191E9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455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19A6-5E31-C24F-CED9-F78023299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Bald Eagle Soaring">
            <a:hlinkClick r:id="" action="ppaction://media"/>
            <a:extLst>
              <a:ext uri="{FF2B5EF4-FFF2-40B4-BE49-F238E27FC236}">
                <a16:creationId xmlns:a16="http://schemas.microsoft.com/office/drawing/2014/main" id="{9E600ACB-12F8-5504-FCAA-6217B9FA7CA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244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75E96-195E-4083-5368-DAD4D04D1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Birds Flying in The Sky     Non Copyright Video Clip">
            <a:hlinkClick r:id="" action="ppaction://media"/>
            <a:extLst>
              <a:ext uri="{FF2B5EF4-FFF2-40B4-BE49-F238E27FC236}">
                <a16:creationId xmlns:a16="http://schemas.microsoft.com/office/drawing/2014/main" id="{62FA1321-DE46-E9AA-3315-71C3C3F3F9C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89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F7A9E-4227-9184-CB13-E510F02F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Tiny fast warbler bird appears behind tree trunk before quickly flying away">
            <a:hlinkClick r:id="" action="ppaction://media"/>
            <a:extLst>
              <a:ext uri="{FF2B5EF4-FFF2-40B4-BE49-F238E27FC236}">
                <a16:creationId xmlns:a16="http://schemas.microsoft.com/office/drawing/2014/main" id="{03C4A875-BD3F-C678-7EAF-7AAC7101748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89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80D13-0490-892C-94A0-B8DCAD80F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Clouds Free STOCK FOOTAGE">
            <a:hlinkClick r:id="" action="ppaction://media"/>
            <a:extLst>
              <a:ext uri="{FF2B5EF4-FFF2-40B4-BE49-F238E27FC236}">
                <a16:creationId xmlns:a16="http://schemas.microsoft.com/office/drawing/2014/main" id="{2420FB86-D22A-CAC3-9000-3C15380DFFE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65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75AB-548F-75E0-FC80-68DDF28E0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Flying through Trees">
            <a:hlinkClick r:id="" action="ppaction://media"/>
            <a:extLst>
              <a:ext uri="{FF2B5EF4-FFF2-40B4-BE49-F238E27FC236}">
                <a16:creationId xmlns:a16="http://schemas.microsoft.com/office/drawing/2014/main" id="{9CFE3C02-E25A-399C-05C4-D7501CB00C2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43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E465D-7361-D0F9-3E28-9C38C16F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Birding Resources">
            <a:extLst>
              <a:ext uri="{FF2B5EF4-FFF2-40B4-BE49-F238E27FC236}">
                <a16:creationId xmlns:a16="http://schemas.microsoft.com/office/drawing/2014/main" id="{6EF2203B-A6D3-F6C8-FC81-0F2FCA4BC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13" y="-4916"/>
            <a:ext cx="9982423" cy="686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094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A4D7D-280E-3040-5212-7A533979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Bald eagle from a distance | Mike Powell">
            <a:extLst>
              <a:ext uri="{FF2B5EF4-FFF2-40B4-BE49-F238E27FC236}">
                <a16:creationId xmlns:a16="http://schemas.microsoft.com/office/drawing/2014/main" id="{59B361EF-F3F3-E1A1-371C-E7A165575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455" y="0"/>
            <a:ext cx="942109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869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F479-D273-C13C-39FE-A6AB0132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Frontiers of Hawk Identification – Hawks at a distance | Under Clear Skies">
            <a:extLst>
              <a:ext uri="{FF2B5EF4-FFF2-40B4-BE49-F238E27FC236}">
                <a16:creationId xmlns:a16="http://schemas.microsoft.com/office/drawing/2014/main" id="{9EF26C79-1656-F6AD-A12D-5D1BE684B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30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616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767B2-F4BE-BD44-72C2-D22E312F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6" name="Picture 8" descr="Pets | Baamboozle - Baamboozle | The Most Fun Classroom Games!">
            <a:extLst>
              <a:ext uri="{FF2B5EF4-FFF2-40B4-BE49-F238E27FC236}">
                <a16:creationId xmlns:a16="http://schemas.microsoft.com/office/drawing/2014/main" id="{B0814423-D60C-89D1-84A8-050843FA4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232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ACA5B-632B-62A3-ADE3-ABF07F36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d-whiskered-bulbul_01_obscured – Lonely Birder">
            <a:extLst>
              <a:ext uri="{FF2B5EF4-FFF2-40B4-BE49-F238E27FC236}">
                <a16:creationId xmlns:a16="http://schemas.microsoft.com/office/drawing/2014/main" id="{944FC1C7-64A0-FC76-0720-B1BF19D77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751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ED441-FEEC-3D1F-B5AD-96600FEC2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liminating Cluttered Backgrounds In Your Wildlife Photos — Kevin Pepper  Photography">
            <a:extLst>
              <a:ext uri="{FF2B5EF4-FFF2-40B4-BE49-F238E27FC236}">
                <a16:creationId xmlns:a16="http://schemas.microsoft.com/office/drawing/2014/main" id="{656E8715-7BB9-A62A-257C-F91693D66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0"/>
            <a:ext cx="101155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316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D5B4B-5B55-FB3C-E5A7-DA5479288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Birds: News, features and articles | Live Science">
            <a:extLst>
              <a:ext uri="{FF2B5EF4-FFF2-40B4-BE49-F238E27FC236}">
                <a16:creationId xmlns:a16="http://schemas.microsoft.com/office/drawing/2014/main" id="{A9BA9AD6-635B-DFD5-93CC-1CB5664D0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610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05D71-02C8-09FD-764C-422F21A2E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0" name="Picture 8" descr="Dark Bird | FranksFrankfurt - Daily Sidebars">
            <a:extLst>
              <a:ext uri="{FF2B5EF4-FFF2-40B4-BE49-F238E27FC236}">
                <a16:creationId xmlns:a16="http://schemas.microsoft.com/office/drawing/2014/main" id="{14FF919D-D8D4-FD1C-CFEF-438C81537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0"/>
            <a:ext cx="102012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288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32871-7BE4-57E7-5AE1-905C58D3D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ird Moving Wings With Motion Blur Stock Photo - Download Image Now - Bird,  Flying, Blurred Motion - iStock">
            <a:extLst>
              <a:ext uri="{FF2B5EF4-FFF2-40B4-BE49-F238E27FC236}">
                <a16:creationId xmlns:a16="http://schemas.microsoft.com/office/drawing/2014/main" id="{65C35D2B-7B0C-F2A6-0763-31E78B29E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991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C3A0B-6491-E087-07CB-0880F1AE2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 Camouflage Bird by Jian Xu">
            <a:extLst>
              <a:ext uri="{FF2B5EF4-FFF2-40B4-BE49-F238E27FC236}">
                <a16:creationId xmlns:a16="http://schemas.microsoft.com/office/drawing/2014/main" id="{0BE78A83-5357-AF04-8C21-9D949FEE9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543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E1A76-6323-A0BE-B4E3-D473F478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Clear sky pictures. Bright sky background. cloudless sky. 10282151 Stock  Photo at Vecteezy">
            <a:extLst>
              <a:ext uri="{FF2B5EF4-FFF2-40B4-BE49-F238E27FC236}">
                <a16:creationId xmlns:a16="http://schemas.microsoft.com/office/drawing/2014/main" id="{682B2FAA-512F-5A39-DD77-083A4C959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895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C0CA1-9B3B-067B-7D08-8753BC6E3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Is there a difference between cloudy and overcast skies? | RochesterFirst">
            <a:extLst>
              <a:ext uri="{FF2B5EF4-FFF2-40B4-BE49-F238E27FC236}">
                <a16:creationId xmlns:a16="http://schemas.microsoft.com/office/drawing/2014/main" id="{57633B0B-1119-FE84-4B39-701D32C3C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121920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070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2BBF9-E339-CE29-0A57-87B46739B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Is There Such a Thing as Too Many Trees? - National Forest Foundation">
            <a:extLst>
              <a:ext uri="{FF2B5EF4-FFF2-40B4-BE49-F238E27FC236}">
                <a16:creationId xmlns:a16="http://schemas.microsoft.com/office/drawing/2014/main" id="{DA1E45EA-A914-5CC9-0EC2-B1FCC6205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2187318" cy="639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237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7173E-230D-5348-D0E8-E810798E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wilight Urban Scene with Dramatic Cloudscape · Free Stock Photo">
            <a:extLst>
              <a:ext uri="{FF2B5EF4-FFF2-40B4-BE49-F238E27FC236}">
                <a16:creationId xmlns:a16="http://schemas.microsoft.com/office/drawing/2014/main" id="{FC029302-8B50-52FB-B83A-C35BF16A9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679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C51B-011A-1C33-3AB2-8F8B46E97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5 Methods for Shoreline Erosion Control - Lakeshore Customs">
            <a:extLst>
              <a:ext uri="{FF2B5EF4-FFF2-40B4-BE49-F238E27FC236}">
                <a16:creationId xmlns:a16="http://schemas.microsoft.com/office/drawing/2014/main" id="{9FB7AB0F-1BA6-838B-B516-CEF974A1B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0"/>
            <a:ext cx="10293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933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77226-5D90-8F24-4B3F-3AF691C21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orizon">
            <a:extLst>
              <a:ext uri="{FF2B5EF4-FFF2-40B4-BE49-F238E27FC236}">
                <a16:creationId xmlns:a16="http://schemas.microsoft.com/office/drawing/2014/main" id="{FA20CF35-390C-781D-33AD-67F2B215C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15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75F21-BCAF-4376-D83F-BF725465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aptic Lab">
            <a:extLst>
              <a:ext uri="{FF2B5EF4-FFF2-40B4-BE49-F238E27FC236}">
                <a16:creationId xmlns:a16="http://schemas.microsoft.com/office/drawing/2014/main" id="{D26CDBE0-6BB1-94DA-BA06-BA36BF67E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2343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E4489-D159-C97E-9A12-C9C81A02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2704349F-A840-82B0-6CA9-28391D06D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130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E79B9-662C-F552-B54E-11C254A2D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much does an airplane weigh? Find out with EAS Barcelona.">
            <a:extLst>
              <a:ext uri="{FF2B5EF4-FFF2-40B4-BE49-F238E27FC236}">
                <a16:creationId xmlns:a16="http://schemas.microsoft.com/office/drawing/2014/main" id="{9A089BCC-2F1D-3F02-3E39-46197FA12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05" y="0"/>
            <a:ext cx="103751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131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1BCFA-8868-A719-8E7C-7AC8948AD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est drones in 2025 | Tom's Guide">
            <a:extLst>
              <a:ext uri="{FF2B5EF4-FFF2-40B4-BE49-F238E27FC236}">
                <a16:creationId xmlns:a16="http://schemas.microsoft.com/office/drawing/2014/main" id="{11D74C82-AF34-7597-C810-91B0BD8B7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144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5000"/>
    </mc:Choice>
    <mc:Fallback>
      <p:transition spd="slow" advClick="0" advTm="5000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9B057-4B1A-D555-E886-AC4E7D99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Bald Eagle Soaring">
            <a:hlinkClick r:id="" action="ppaction://media"/>
            <a:extLst>
              <a:ext uri="{FF2B5EF4-FFF2-40B4-BE49-F238E27FC236}">
                <a16:creationId xmlns:a16="http://schemas.microsoft.com/office/drawing/2014/main" id="{585D6648-4E52-E9FD-102E-5E72ADF06CF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36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40FFE-F1A7-495A-96B5-05C365B5A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Birds Flying in The Sky     Non Copyright Video Clip">
            <a:hlinkClick r:id="" action="ppaction://media"/>
            <a:extLst>
              <a:ext uri="{FF2B5EF4-FFF2-40B4-BE49-F238E27FC236}">
                <a16:creationId xmlns:a16="http://schemas.microsoft.com/office/drawing/2014/main" id="{DA300D3A-4016-3E78-5379-D6237F4F579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38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0172-A86C-2865-6516-F552CA475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Tiny fast warbler bird appears behind tree trunk before quickly flying away">
            <a:hlinkClick r:id="" action="ppaction://media"/>
            <a:extLst>
              <a:ext uri="{FF2B5EF4-FFF2-40B4-BE49-F238E27FC236}">
                <a16:creationId xmlns:a16="http://schemas.microsoft.com/office/drawing/2014/main" id="{C6925034-39FF-04A1-C3FE-7B774C79732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829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C8ECA-217A-DAF5-FD43-DCF3C8EE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Clouds Free STOCK FOOTAGE">
            <a:hlinkClick r:id="" action="ppaction://media"/>
            <a:extLst>
              <a:ext uri="{FF2B5EF4-FFF2-40B4-BE49-F238E27FC236}">
                <a16:creationId xmlns:a16="http://schemas.microsoft.com/office/drawing/2014/main" id="{1E229554-12B2-74A9-EF05-E0230E959D9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90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63A3D-61BA-4A4E-CB78-B628E6177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Flying through Trees">
            <a:hlinkClick r:id="" action="ppaction://media"/>
            <a:extLst>
              <a:ext uri="{FF2B5EF4-FFF2-40B4-BE49-F238E27FC236}">
                <a16:creationId xmlns:a16="http://schemas.microsoft.com/office/drawing/2014/main" id="{6D239128-7ED0-F743-B457-87177014994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15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 advClick="0" advTm="12000"/>
    </mc:Choice>
    <mc:Fallback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5206</Words>
  <Application>Microsoft Office PowerPoint</Application>
  <PresentationFormat>Widescreen</PresentationFormat>
  <Paragraphs>222</Paragraphs>
  <Slides>136</Slides>
  <Notes>107</Notes>
  <HiddenSlides>0</HiddenSlides>
  <MMClips>25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136</vt:i4>
      </vt:variant>
    </vt:vector>
  </HeadingPairs>
  <TitlesOfParts>
    <vt:vector size="140" baseType="lpstr">
      <vt:lpstr>Aptos</vt:lpstr>
      <vt:lpstr>Aptos Display</vt:lpstr>
      <vt:lpstr>Arial</vt:lpstr>
      <vt:lpstr>Office Theme</vt:lpstr>
      <vt:lpstr>Test 1 - Still Image Accuracy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2 – Video-Based Performance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3 – Robustness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4 – Continuous Stability and Responsiveness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Capelle</dc:creator>
  <cp:lastModifiedBy>Jordan Capelle</cp:lastModifiedBy>
  <cp:revision>20</cp:revision>
  <dcterms:created xsi:type="dcterms:W3CDTF">2025-11-24T23:41:54Z</dcterms:created>
  <dcterms:modified xsi:type="dcterms:W3CDTF">2025-11-25T01:19:46Z</dcterms:modified>
</cp:coreProperties>
</file>